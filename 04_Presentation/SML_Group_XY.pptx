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5"/>
  </p:notesMasterIdLst>
  <p:sldIdLst>
    <p:sldId id="3453" r:id="rId6"/>
    <p:sldId id="3516" r:id="rId7"/>
    <p:sldId id="3517" r:id="rId8"/>
    <p:sldId id="3506" r:id="rId9"/>
    <p:sldId id="3518" r:id="rId10"/>
    <p:sldId id="3500" r:id="rId11"/>
    <p:sldId id="3510" r:id="rId12"/>
    <p:sldId id="3502" r:id="rId13"/>
    <p:sldId id="35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B22222"/>
    <a:srgbClr val="F37021"/>
    <a:srgbClr val="004890"/>
    <a:srgbClr val="B7CEF7"/>
    <a:srgbClr val="007DFA"/>
    <a:srgbClr val="1188FF"/>
    <a:srgbClr val="3F73A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81490-C27A-4803-BB8A-88239CAE29F6}" v="334" dt="2025-05-30T13:09:42.445"/>
    <p1510:client id="{B28D4E2F-CF32-411A-A027-9BFCA21F4703}" v="10430" dt="2025-05-29T13:53:47.120"/>
    <p1510:client id="{FD7C784A-82A8-417B-881F-7FB9ACF7C9A9}" v="2406" dt="2025-05-29T14:15:09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ndermann, Filip" userId="7529c165-3a94-4e7c-b4c5-3d6d6602473b" providerId="ADAL" clId="{69881490-C27A-4803-BB8A-88239CAE29F6}"/>
    <pc:docChg chg="undo redo custSel addSld delSld modSld sldOrd modMainMaster">
      <pc:chgData name="Kindermann, Filip" userId="7529c165-3a94-4e7c-b4c5-3d6d6602473b" providerId="ADAL" clId="{69881490-C27A-4803-BB8A-88239CAE29F6}" dt="2025-05-30T13:11:05.904" v="1972" actId="5793"/>
      <pc:docMkLst>
        <pc:docMk/>
      </pc:docMkLst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027124786" sldId="257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519578131" sldId="258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654551129" sldId="259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3271598032" sldId="260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3282435730" sldId="261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4193688538" sldId="262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625416705" sldId="263"/>
        </pc:sldMkLst>
      </pc:sldChg>
      <pc:sldChg chg="modSp mod">
        <pc:chgData name="Kindermann, Filip" userId="7529c165-3a94-4e7c-b4c5-3d6d6602473b" providerId="ADAL" clId="{69881490-C27A-4803-BB8A-88239CAE29F6}" dt="2025-05-30T13:11:05.904" v="1972" actId="5793"/>
        <pc:sldMkLst>
          <pc:docMk/>
          <pc:sldMk cId="1672210218" sldId="3453"/>
        </pc:sldMkLst>
        <pc:spChg chg="mod">
          <ac:chgData name="Kindermann, Filip" userId="7529c165-3a94-4e7c-b4c5-3d6d6602473b" providerId="ADAL" clId="{69881490-C27A-4803-BB8A-88239CAE29F6}" dt="2025-05-30T13:11:05.904" v="1972" actId="5793"/>
          <ac:spMkLst>
            <pc:docMk/>
            <pc:sldMk cId="1672210218" sldId="3453"/>
            <ac:spMk id="6" creationId="{68C847F1-C061-9F8F-8957-8C370FCD826E}"/>
          </ac:spMkLst>
        </pc:spChg>
      </pc:sldChg>
      <pc:sldChg chg="modSp del mod ord modShow">
        <pc:chgData name="Kindermann, Filip" userId="7529c165-3a94-4e7c-b4c5-3d6d6602473b" providerId="ADAL" clId="{69881490-C27A-4803-BB8A-88239CAE29F6}" dt="2025-05-30T11:00:19.048" v="1902" actId="47"/>
        <pc:sldMkLst>
          <pc:docMk/>
          <pc:sldMk cId="2842863952" sldId="3498"/>
        </pc:sldMkLst>
        <pc:spChg chg="mod">
          <ac:chgData name="Kindermann, Filip" userId="7529c165-3a94-4e7c-b4c5-3d6d6602473b" providerId="ADAL" clId="{69881490-C27A-4803-BB8A-88239CAE29F6}" dt="2025-05-30T00:37:39.883" v="5" actId="20577"/>
          <ac:spMkLst>
            <pc:docMk/>
            <pc:sldMk cId="2842863952" sldId="3498"/>
            <ac:spMk id="30" creationId="{A4BA31F7-04C4-6192-AF1A-DDA0AD7448F1}"/>
          </ac:spMkLst>
        </pc:spChg>
      </pc:sldChg>
      <pc:sldChg chg="modSp mod">
        <pc:chgData name="Kindermann, Filip" userId="7529c165-3a94-4e7c-b4c5-3d6d6602473b" providerId="ADAL" clId="{69881490-C27A-4803-BB8A-88239CAE29F6}" dt="2025-05-30T02:14:52.018" v="1234" actId="113"/>
        <pc:sldMkLst>
          <pc:docMk/>
          <pc:sldMk cId="1425541265" sldId="3500"/>
        </pc:sldMkLst>
        <pc:spChg chg="mod">
          <ac:chgData name="Kindermann, Filip" userId="7529c165-3a94-4e7c-b4c5-3d6d6602473b" providerId="ADAL" clId="{69881490-C27A-4803-BB8A-88239CAE29F6}" dt="2025-05-30T02:14:44.543" v="1232" actId="113"/>
          <ac:spMkLst>
            <pc:docMk/>
            <pc:sldMk cId="1425541265" sldId="3500"/>
            <ac:spMk id="4" creationId="{32A15CC0-3C53-1E7B-C94C-501BB0D10085}"/>
          </ac:spMkLst>
        </pc:spChg>
        <pc:spChg chg="mod">
          <ac:chgData name="Kindermann, Filip" userId="7529c165-3a94-4e7c-b4c5-3d6d6602473b" providerId="ADAL" clId="{69881490-C27A-4803-BB8A-88239CAE29F6}" dt="2025-05-30T02:14:49.031" v="1233" actId="113"/>
          <ac:spMkLst>
            <pc:docMk/>
            <pc:sldMk cId="1425541265" sldId="3500"/>
            <ac:spMk id="8" creationId="{F0A50E2C-9519-03F1-A1C4-94392A04284A}"/>
          </ac:spMkLst>
        </pc:spChg>
        <pc:spChg chg="mod">
          <ac:chgData name="Kindermann, Filip" userId="7529c165-3a94-4e7c-b4c5-3d6d6602473b" providerId="ADAL" clId="{69881490-C27A-4803-BB8A-88239CAE29F6}" dt="2025-05-30T02:14:52.018" v="1234" actId="113"/>
          <ac:spMkLst>
            <pc:docMk/>
            <pc:sldMk cId="1425541265" sldId="3500"/>
            <ac:spMk id="9" creationId="{1DD5E823-BFB6-4548-30C2-30C9DAD6B8E1}"/>
          </ac:spMkLst>
        </pc:spChg>
        <pc:spChg chg="mod">
          <ac:chgData name="Kindermann, Filip" userId="7529c165-3a94-4e7c-b4c5-3d6d6602473b" providerId="ADAL" clId="{69881490-C27A-4803-BB8A-88239CAE29F6}" dt="2025-05-30T01:59:56.824" v="1057" actId="20577"/>
          <ac:spMkLst>
            <pc:docMk/>
            <pc:sldMk cId="1425541265" sldId="3500"/>
            <ac:spMk id="17" creationId="{36A0252D-281A-9BB3-A57D-11120715C1F8}"/>
          </ac:spMkLst>
        </pc:spChg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058532275" sldId="3501"/>
        </pc:sldMkLst>
      </pc:sldChg>
      <pc:sldChg chg="modSp mod modClrScheme chgLayout">
        <pc:chgData name="Kindermann, Filip" userId="7529c165-3a94-4e7c-b4c5-3d6d6602473b" providerId="ADAL" clId="{69881490-C27A-4803-BB8A-88239CAE29F6}" dt="2025-05-30T11:09:49.281" v="1909" actId="108"/>
        <pc:sldMkLst>
          <pc:docMk/>
          <pc:sldMk cId="1443544784" sldId="3502"/>
        </pc:sldMkLst>
        <pc:spChg chg="mod ord">
          <ac:chgData name="Kindermann, Filip" userId="7529c165-3a94-4e7c-b4c5-3d6d6602473b" providerId="ADAL" clId="{69881490-C27A-4803-BB8A-88239CAE29F6}" dt="2025-05-30T00:48:30.745" v="82" actId="20577"/>
          <ac:spMkLst>
            <pc:docMk/>
            <pc:sldMk cId="1443544784" sldId="3502"/>
            <ac:spMk id="2" creationId="{46F14F59-47F9-FE2C-73B7-5C2718673F48}"/>
          </ac:spMkLst>
        </pc:spChg>
        <pc:spChg chg="mod">
          <ac:chgData name="Kindermann, Filip" userId="7529c165-3a94-4e7c-b4c5-3d6d6602473b" providerId="ADAL" clId="{69881490-C27A-4803-BB8A-88239CAE29F6}" dt="2025-05-30T11:09:49.281" v="1909" actId="108"/>
          <ac:spMkLst>
            <pc:docMk/>
            <pc:sldMk cId="1443544784" sldId="3502"/>
            <ac:spMk id="4" creationId="{6D8A23F4-0857-6299-D7C1-83F6DC7F8E14}"/>
          </ac:spMkLst>
        </pc:spChg>
      </pc:sldChg>
      <pc:sldChg chg="addSp delSp modSp mod">
        <pc:chgData name="Kindermann, Filip" userId="7529c165-3a94-4e7c-b4c5-3d6d6602473b" providerId="ADAL" clId="{69881490-C27A-4803-BB8A-88239CAE29F6}" dt="2025-05-30T02:14:23.033" v="1231" actId="207"/>
        <pc:sldMkLst>
          <pc:docMk/>
          <pc:sldMk cId="351932028" sldId="3506"/>
        </pc:sldMkLst>
        <pc:spChg chg="mod ord">
          <ac:chgData name="Kindermann, Filip" userId="7529c165-3a94-4e7c-b4c5-3d6d6602473b" providerId="ADAL" clId="{69881490-C27A-4803-BB8A-88239CAE29F6}" dt="2025-05-30T02:02:50.396" v="1123"/>
          <ac:spMkLst>
            <pc:docMk/>
            <pc:sldMk cId="351932028" sldId="3506"/>
            <ac:spMk id="2" creationId="{495F2545-E306-293E-0679-711E3C6F9B73}"/>
          </ac:spMkLst>
        </pc:spChg>
        <pc:spChg chg="mod ord">
          <ac:chgData name="Kindermann, Filip" userId="7529c165-3a94-4e7c-b4c5-3d6d6602473b" providerId="ADAL" clId="{69881490-C27A-4803-BB8A-88239CAE29F6}" dt="2025-05-30T02:02:50.395" v="1121"/>
          <ac:spMkLst>
            <pc:docMk/>
            <pc:sldMk cId="351932028" sldId="3506"/>
            <ac:spMk id="3" creationId="{C77EAD14-8948-B0EC-01EF-471ECEFA84A6}"/>
          </ac:spMkLst>
        </pc:spChg>
        <pc:spChg chg="add del mod ord">
          <ac:chgData name="Kindermann, Filip" userId="7529c165-3a94-4e7c-b4c5-3d6d6602473b" providerId="ADAL" clId="{69881490-C27A-4803-BB8A-88239CAE29F6}" dt="2025-05-30T02:06:34.270" v="1166" actId="403"/>
          <ac:spMkLst>
            <pc:docMk/>
            <pc:sldMk cId="351932028" sldId="3506"/>
            <ac:spMk id="4" creationId="{F1AA9ACF-24A4-8CDE-96B8-979F44666ADE}"/>
          </ac:spMkLst>
        </pc:spChg>
        <pc:spChg chg="add mod ord">
          <ac:chgData name="Kindermann, Filip" userId="7529c165-3a94-4e7c-b4c5-3d6d6602473b" providerId="ADAL" clId="{69881490-C27A-4803-BB8A-88239CAE29F6}" dt="2025-05-30T02:02:17.480" v="1105" actId="14100"/>
          <ac:spMkLst>
            <pc:docMk/>
            <pc:sldMk cId="351932028" sldId="3506"/>
            <ac:spMk id="7" creationId="{D6485380-E515-5DB9-07E3-195374705848}"/>
          </ac:spMkLst>
        </pc:spChg>
        <pc:spChg chg="add del">
          <ac:chgData name="Kindermann, Filip" userId="7529c165-3a94-4e7c-b4c5-3d6d6602473b" providerId="ADAL" clId="{69881490-C27A-4803-BB8A-88239CAE29F6}" dt="2025-05-30T02:02:35.508" v="1112" actId="478"/>
          <ac:spMkLst>
            <pc:docMk/>
            <pc:sldMk cId="351932028" sldId="3506"/>
            <ac:spMk id="10" creationId="{1CED1663-06AA-F758-AB83-17D10954FEAD}"/>
          </ac:spMkLst>
        </pc:spChg>
        <pc:spChg chg="add mod ord">
          <ac:chgData name="Kindermann, Filip" userId="7529c165-3a94-4e7c-b4c5-3d6d6602473b" providerId="ADAL" clId="{69881490-C27A-4803-BB8A-88239CAE29F6}" dt="2025-05-30T02:02:50.393" v="1117"/>
          <ac:spMkLst>
            <pc:docMk/>
            <pc:sldMk cId="351932028" sldId="3506"/>
            <ac:spMk id="11" creationId="{F78A756D-3A72-3AE1-5302-7C2B718824F2}"/>
          </ac:spMkLst>
        </pc:spChg>
        <pc:spChg chg="add del mod ord">
          <ac:chgData name="Kindermann, Filip" userId="7529c165-3a94-4e7c-b4c5-3d6d6602473b" providerId="ADAL" clId="{69881490-C27A-4803-BB8A-88239CAE29F6}" dt="2025-05-30T02:14:23.033" v="1231" actId="207"/>
          <ac:spMkLst>
            <pc:docMk/>
            <pc:sldMk cId="351932028" sldId="3506"/>
            <ac:spMk id="12" creationId="{FFED563E-6796-129F-83B0-AECD1422B673}"/>
          </ac:spMkLst>
        </pc:spChg>
        <pc:spChg chg="add del">
          <ac:chgData name="Kindermann, Filip" userId="7529c165-3a94-4e7c-b4c5-3d6d6602473b" providerId="ADAL" clId="{69881490-C27A-4803-BB8A-88239CAE29F6}" dt="2025-05-30T02:02:39.791" v="1113" actId="478"/>
          <ac:spMkLst>
            <pc:docMk/>
            <pc:sldMk cId="351932028" sldId="3506"/>
            <ac:spMk id="13" creationId="{286E793F-D50F-F425-CF95-79F187C4DB6D}"/>
          </ac:spMkLst>
        </pc:spChg>
        <pc:graphicFrameChg chg="add mod ord">
          <ac:chgData name="Kindermann, Filip" userId="7529c165-3a94-4e7c-b4c5-3d6d6602473b" providerId="ADAL" clId="{69881490-C27A-4803-BB8A-88239CAE29F6}" dt="2025-05-30T02:02:16.829" v="1103"/>
          <ac:graphicFrameMkLst>
            <pc:docMk/>
            <pc:sldMk cId="351932028" sldId="3506"/>
            <ac:graphicFrameMk id="5" creationId="{784C2C09-3AA9-5F06-FEAA-130D199B2F47}"/>
          </ac:graphicFrameMkLst>
        </pc:graphicFrameChg>
        <pc:graphicFrameChg chg="add del mod ord modGraphic">
          <ac:chgData name="Kindermann, Filip" userId="7529c165-3a94-4e7c-b4c5-3d6d6602473b" providerId="ADAL" clId="{69881490-C27A-4803-BB8A-88239CAE29F6}" dt="2025-05-30T02:11:29.345" v="1204" actId="122"/>
          <ac:graphicFrameMkLst>
            <pc:docMk/>
            <pc:sldMk cId="351932028" sldId="3506"/>
            <ac:graphicFrameMk id="6" creationId="{784C2C09-3AA9-5F06-FEAA-130D199B2F47}"/>
          </ac:graphicFrameMkLst>
        </pc:graphicFrameChg>
        <pc:graphicFrameChg chg="add mod ord modVis">
          <ac:chgData name="Kindermann, Filip" userId="7529c165-3a94-4e7c-b4c5-3d6d6602473b" providerId="ADAL" clId="{69881490-C27A-4803-BB8A-88239CAE29F6}" dt="2025-05-30T02:02:16.829" v="1103"/>
          <ac:graphicFrameMkLst>
            <pc:docMk/>
            <pc:sldMk cId="351932028" sldId="3506"/>
            <ac:graphicFrameMk id="9" creationId="{B18268D0-BFF9-F64E-FEC1-ADF86E91053C}"/>
          </ac:graphicFrameMkLst>
        </pc:graphicFrameChg>
        <pc:graphicFrameChg chg="add mod ord modVis">
          <ac:chgData name="Kindermann, Filip" userId="7529c165-3a94-4e7c-b4c5-3d6d6602473b" providerId="ADAL" clId="{69881490-C27A-4803-BB8A-88239CAE29F6}" dt="2025-05-30T02:02:50.424" v="1143"/>
          <ac:graphicFrameMkLst>
            <pc:docMk/>
            <pc:sldMk cId="351932028" sldId="3506"/>
            <ac:graphicFrameMk id="14" creationId="{A1BD4DC7-A2C7-3C2F-9216-E18DC7658435}"/>
          </ac:graphicFrameMkLst>
        </pc:graphicFrameChg>
        <pc:picChg chg="mod ord">
          <ac:chgData name="Kindermann, Filip" userId="7529c165-3a94-4e7c-b4c5-3d6d6602473b" providerId="ADAL" clId="{69881490-C27A-4803-BB8A-88239CAE29F6}" dt="2025-05-30T02:07:20.837" v="1174" actId="1076"/>
          <ac:picMkLst>
            <pc:docMk/>
            <pc:sldMk cId="351932028" sldId="3506"/>
            <ac:picMk id="8" creationId="{A9C7A89C-D51A-C5BA-AA06-2F2A8F10E840}"/>
          </ac:picMkLst>
        </pc:picChg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818506982" sldId="3507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2384739674" sldId="3508"/>
        </pc:sldMkLst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4122764776" sldId="3509"/>
        </pc:sldMkLst>
      </pc:sldChg>
      <pc:sldChg chg="addSp delSp modSp mod">
        <pc:chgData name="Kindermann, Filip" userId="7529c165-3a94-4e7c-b4c5-3d6d6602473b" providerId="ADAL" clId="{69881490-C27A-4803-BB8A-88239CAE29F6}" dt="2025-05-30T12:09:16.934" v="1911" actId="20577"/>
        <pc:sldMkLst>
          <pc:docMk/>
          <pc:sldMk cId="2405085911" sldId="3510"/>
        </pc:sldMkLst>
        <pc:spChg chg="mod ord">
          <ac:chgData name="Kindermann, Filip" userId="7529c165-3a94-4e7c-b4c5-3d6d6602473b" providerId="ADAL" clId="{69881490-C27A-4803-BB8A-88239CAE29F6}" dt="2025-05-30T02:38:12.234" v="1809"/>
          <ac:spMkLst>
            <pc:docMk/>
            <pc:sldMk cId="2405085911" sldId="3510"/>
            <ac:spMk id="2" creationId="{9C323D69-B7C5-2A0A-42ED-517F980A6680}"/>
          </ac:spMkLst>
        </pc:spChg>
        <pc:spChg chg="mod ord">
          <ac:chgData name="Kindermann, Filip" userId="7529c165-3a94-4e7c-b4c5-3d6d6602473b" providerId="ADAL" clId="{69881490-C27A-4803-BB8A-88239CAE29F6}" dt="2025-05-30T02:38:12.234" v="1811"/>
          <ac:spMkLst>
            <pc:docMk/>
            <pc:sldMk cId="2405085911" sldId="3510"/>
            <ac:spMk id="3" creationId="{224F07BC-A885-F64D-86A9-DC0FEF290C2A}"/>
          </ac:spMkLst>
        </pc:spChg>
        <pc:spChg chg="mod ord">
          <ac:chgData name="Kindermann, Filip" userId="7529c165-3a94-4e7c-b4c5-3d6d6602473b" providerId="ADAL" clId="{69881490-C27A-4803-BB8A-88239CAE29F6}" dt="2025-05-30T02:38:12.234" v="1807"/>
          <ac:spMkLst>
            <pc:docMk/>
            <pc:sldMk cId="2405085911" sldId="3510"/>
            <ac:spMk id="4" creationId="{8C30EDFD-3C0B-8704-E447-96172E33F294}"/>
          </ac:spMkLst>
        </pc:spChg>
        <pc:spChg chg="mod ord">
          <ac:chgData name="Kindermann, Filip" userId="7529c165-3a94-4e7c-b4c5-3d6d6602473b" providerId="ADAL" clId="{69881490-C27A-4803-BB8A-88239CAE29F6}" dt="2025-05-30T02:38:12.234" v="1815"/>
          <ac:spMkLst>
            <pc:docMk/>
            <pc:sldMk cId="2405085911" sldId="3510"/>
            <ac:spMk id="6" creationId="{A6029367-E9FC-16CA-98BF-94DC2BC3DDC0}"/>
          </ac:spMkLst>
        </pc:spChg>
        <pc:spChg chg="mod ord">
          <ac:chgData name="Kindermann, Filip" userId="7529c165-3a94-4e7c-b4c5-3d6d6602473b" providerId="ADAL" clId="{69881490-C27A-4803-BB8A-88239CAE29F6}" dt="2025-05-30T02:38:12.250" v="1817"/>
          <ac:spMkLst>
            <pc:docMk/>
            <pc:sldMk cId="2405085911" sldId="3510"/>
            <ac:spMk id="7" creationId="{F64D3840-D96F-0CA4-A94C-51028AE758C0}"/>
          </ac:spMkLst>
        </pc:spChg>
        <pc:spChg chg="mod ord">
          <ac:chgData name="Kindermann, Filip" userId="7529c165-3a94-4e7c-b4c5-3d6d6602473b" providerId="ADAL" clId="{69881490-C27A-4803-BB8A-88239CAE29F6}" dt="2025-05-30T02:38:12.266" v="1855"/>
          <ac:spMkLst>
            <pc:docMk/>
            <pc:sldMk cId="2405085911" sldId="3510"/>
            <ac:spMk id="11" creationId="{D53E2A36-2817-379E-A9C3-85DF292C96CE}"/>
          </ac:spMkLst>
        </pc:spChg>
        <pc:spChg chg="mod ord">
          <ac:chgData name="Kindermann, Filip" userId="7529c165-3a94-4e7c-b4c5-3d6d6602473b" providerId="ADAL" clId="{69881490-C27A-4803-BB8A-88239CAE29F6}" dt="2025-05-30T02:38:12.250" v="1823"/>
          <ac:spMkLst>
            <pc:docMk/>
            <pc:sldMk cId="2405085911" sldId="3510"/>
            <ac:spMk id="12" creationId="{B24E597E-A7ED-BE04-99E7-3E1B12049E6B}"/>
          </ac:spMkLst>
        </pc:spChg>
        <pc:spChg chg="mod ord">
          <ac:chgData name="Kindermann, Filip" userId="7529c165-3a94-4e7c-b4c5-3d6d6602473b" providerId="ADAL" clId="{69881490-C27A-4803-BB8A-88239CAE29F6}" dt="2025-05-30T02:38:12.250" v="1825"/>
          <ac:spMkLst>
            <pc:docMk/>
            <pc:sldMk cId="2405085911" sldId="3510"/>
            <ac:spMk id="14" creationId="{4992A46D-EDAD-42C4-67D8-27731BAA53DB}"/>
          </ac:spMkLst>
        </pc:spChg>
        <pc:spChg chg="mod ord">
          <ac:chgData name="Kindermann, Filip" userId="7529c165-3a94-4e7c-b4c5-3d6d6602473b" providerId="ADAL" clId="{69881490-C27A-4803-BB8A-88239CAE29F6}" dt="2025-05-30T02:38:21.901" v="1898" actId="1076"/>
          <ac:spMkLst>
            <pc:docMk/>
            <pc:sldMk cId="2405085911" sldId="3510"/>
            <ac:spMk id="15" creationId="{2EC6581A-29EC-1E28-E7B4-A2E0FB251D6B}"/>
          </ac:spMkLst>
        </pc:spChg>
        <pc:spChg chg="mod ord">
          <ac:chgData name="Kindermann, Filip" userId="7529c165-3a94-4e7c-b4c5-3d6d6602473b" providerId="ADAL" clId="{69881490-C27A-4803-BB8A-88239CAE29F6}" dt="2025-05-30T02:38:12.250" v="1829"/>
          <ac:spMkLst>
            <pc:docMk/>
            <pc:sldMk cId="2405085911" sldId="3510"/>
            <ac:spMk id="20" creationId="{0D4D7F4B-2F1A-0106-4D74-2C77C244C6BB}"/>
          </ac:spMkLst>
        </pc:spChg>
        <pc:spChg chg="mod ord">
          <ac:chgData name="Kindermann, Filip" userId="7529c165-3a94-4e7c-b4c5-3d6d6602473b" providerId="ADAL" clId="{69881490-C27A-4803-BB8A-88239CAE29F6}" dt="2025-05-30T02:38:12.266" v="1863"/>
          <ac:spMkLst>
            <pc:docMk/>
            <pc:sldMk cId="2405085911" sldId="3510"/>
            <ac:spMk id="22" creationId="{7AF4F1D9-DB30-E767-E603-9D9836718DBD}"/>
          </ac:spMkLst>
        </pc:spChg>
        <pc:spChg chg="mod ord">
          <ac:chgData name="Kindermann, Filip" userId="7529c165-3a94-4e7c-b4c5-3d6d6602473b" providerId="ADAL" clId="{69881490-C27A-4803-BB8A-88239CAE29F6}" dt="2025-05-30T02:38:12.266" v="1865"/>
          <ac:spMkLst>
            <pc:docMk/>
            <pc:sldMk cId="2405085911" sldId="3510"/>
            <ac:spMk id="23" creationId="{A6694547-0238-677D-A0AC-1DB86D7738DB}"/>
          </ac:spMkLst>
        </pc:spChg>
        <pc:spChg chg="mod ord">
          <ac:chgData name="Kindermann, Filip" userId="7529c165-3a94-4e7c-b4c5-3d6d6602473b" providerId="ADAL" clId="{69881490-C27A-4803-BB8A-88239CAE29F6}" dt="2025-05-30T02:38:12.266" v="1867"/>
          <ac:spMkLst>
            <pc:docMk/>
            <pc:sldMk cId="2405085911" sldId="3510"/>
            <ac:spMk id="26" creationId="{F4E857A9-8296-C2E7-566C-9163460FB204}"/>
          </ac:spMkLst>
        </pc:spChg>
        <pc:spChg chg="mod ord">
          <ac:chgData name="Kindermann, Filip" userId="7529c165-3a94-4e7c-b4c5-3d6d6602473b" providerId="ADAL" clId="{69881490-C27A-4803-BB8A-88239CAE29F6}" dt="2025-05-30T02:38:12.250" v="1847"/>
          <ac:spMkLst>
            <pc:docMk/>
            <pc:sldMk cId="2405085911" sldId="3510"/>
            <ac:spMk id="27" creationId="{6B70C00C-D29A-459B-E58A-5D824FABED8F}"/>
          </ac:spMkLst>
        </pc:spChg>
        <pc:spChg chg="mod ord">
          <ac:chgData name="Kindermann, Filip" userId="7529c165-3a94-4e7c-b4c5-3d6d6602473b" providerId="ADAL" clId="{69881490-C27A-4803-BB8A-88239CAE29F6}" dt="2025-05-30T02:38:12.266" v="1849"/>
          <ac:spMkLst>
            <pc:docMk/>
            <pc:sldMk cId="2405085911" sldId="3510"/>
            <ac:spMk id="28" creationId="{B60A8F44-9F0E-58A4-EB8F-9D6283DCD6CB}"/>
          </ac:spMkLst>
        </pc:spChg>
        <pc:spChg chg="mod ord">
          <ac:chgData name="Kindermann, Filip" userId="7529c165-3a94-4e7c-b4c5-3d6d6602473b" providerId="ADAL" clId="{69881490-C27A-4803-BB8A-88239CAE29F6}" dt="2025-05-30T02:38:12.266" v="1851"/>
          <ac:spMkLst>
            <pc:docMk/>
            <pc:sldMk cId="2405085911" sldId="3510"/>
            <ac:spMk id="29" creationId="{14701F89-4148-DC1C-70D3-1CF3825CA707}"/>
          </ac:spMkLst>
        </pc:spChg>
        <pc:spChg chg="mod ord">
          <ac:chgData name="Kindermann, Filip" userId="7529c165-3a94-4e7c-b4c5-3d6d6602473b" providerId="ADAL" clId="{69881490-C27A-4803-BB8A-88239CAE29F6}" dt="2025-05-30T02:38:12.266" v="1853"/>
          <ac:spMkLst>
            <pc:docMk/>
            <pc:sldMk cId="2405085911" sldId="3510"/>
            <ac:spMk id="30" creationId="{03E13C29-10B9-16D4-A8A9-E5F4CC421844}"/>
          </ac:spMkLst>
        </pc:spChg>
        <pc:spChg chg="mod ord">
          <ac:chgData name="Kindermann, Filip" userId="7529c165-3a94-4e7c-b4c5-3d6d6602473b" providerId="ADAL" clId="{69881490-C27A-4803-BB8A-88239CAE29F6}" dt="2025-05-30T02:38:12.266" v="1869"/>
          <ac:spMkLst>
            <pc:docMk/>
            <pc:sldMk cId="2405085911" sldId="3510"/>
            <ac:spMk id="31" creationId="{2660B5B1-C9B1-1527-9B3A-02550EA618F0}"/>
          </ac:spMkLst>
        </pc:spChg>
        <pc:spChg chg="mod ord">
          <ac:chgData name="Kindermann, Filip" userId="7529c165-3a94-4e7c-b4c5-3d6d6602473b" providerId="ADAL" clId="{69881490-C27A-4803-BB8A-88239CAE29F6}" dt="2025-05-30T02:38:12.266" v="1871"/>
          <ac:spMkLst>
            <pc:docMk/>
            <pc:sldMk cId="2405085911" sldId="3510"/>
            <ac:spMk id="32" creationId="{EAE6628F-7681-F0E1-B6C8-7AAE7D93566E}"/>
          </ac:spMkLst>
        </pc:spChg>
        <pc:spChg chg="mod ord">
          <ac:chgData name="Kindermann, Filip" userId="7529c165-3a94-4e7c-b4c5-3d6d6602473b" providerId="ADAL" clId="{69881490-C27A-4803-BB8A-88239CAE29F6}" dt="2025-05-30T02:38:12.266" v="1873"/>
          <ac:spMkLst>
            <pc:docMk/>
            <pc:sldMk cId="2405085911" sldId="3510"/>
            <ac:spMk id="33" creationId="{A39C0E5A-80E9-8EB7-413B-D2372E104EBA}"/>
          </ac:spMkLst>
        </pc:spChg>
        <pc:spChg chg="mod ord">
          <ac:chgData name="Kindermann, Filip" userId="7529c165-3a94-4e7c-b4c5-3d6d6602473b" providerId="ADAL" clId="{69881490-C27A-4803-BB8A-88239CAE29F6}" dt="2025-05-30T02:38:12.266" v="1875"/>
          <ac:spMkLst>
            <pc:docMk/>
            <pc:sldMk cId="2405085911" sldId="3510"/>
            <ac:spMk id="37" creationId="{7E4A1F32-A0D8-17E0-8525-EA0508BD07FD}"/>
          </ac:spMkLst>
        </pc:spChg>
        <pc:spChg chg="mod ord">
          <ac:chgData name="Kindermann, Filip" userId="7529c165-3a94-4e7c-b4c5-3d6d6602473b" providerId="ADAL" clId="{69881490-C27A-4803-BB8A-88239CAE29F6}" dt="2025-05-30T02:38:12.266" v="1877"/>
          <ac:spMkLst>
            <pc:docMk/>
            <pc:sldMk cId="2405085911" sldId="3510"/>
            <ac:spMk id="38" creationId="{87DD6015-2EFD-4F5F-D83B-A33A0E9E6F41}"/>
          </ac:spMkLst>
        </pc:spChg>
        <pc:spChg chg="add mod ord">
          <ac:chgData name="Kindermann, Filip" userId="7529c165-3a94-4e7c-b4c5-3d6d6602473b" providerId="ADAL" clId="{69881490-C27A-4803-BB8A-88239CAE29F6}" dt="2025-05-30T02:38:34.546" v="1900" actId="14100"/>
          <ac:spMkLst>
            <pc:docMk/>
            <pc:sldMk cId="2405085911" sldId="3510"/>
            <ac:spMk id="46" creationId="{B6BA2C1C-0747-37D0-52FB-29DCADF03C65}"/>
          </ac:spMkLst>
        </pc:spChg>
        <pc:grpChg chg="add mod ord">
          <ac:chgData name="Kindermann, Filip" userId="7529c165-3a94-4e7c-b4c5-3d6d6602473b" providerId="ADAL" clId="{69881490-C27A-4803-BB8A-88239CAE29F6}" dt="2025-05-30T02:38:12.266" v="1881"/>
          <ac:grpSpMkLst>
            <pc:docMk/>
            <pc:sldMk cId="2405085911" sldId="3510"/>
            <ac:grpSpMk id="40" creationId="{37B74FBB-AC70-F868-A441-D5A1A3F74A9E}"/>
          </ac:grpSpMkLst>
        </pc:grpChg>
        <pc:grpChg chg="add mod ord">
          <ac:chgData name="Kindermann, Filip" userId="7529c165-3a94-4e7c-b4c5-3d6d6602473b" providerId="ADAL" clId="{69881490-C27A-4803-BB8A-88239CAE29F6}" dt="2025-05-30T02:38:12.266" v="1879"/>
          <ac:grpSpMkLst>
            <pc:docMk/>
            <pc:sldMk cId="2405085911" sldId="3510"/>
            <ac:grpSpMk id="41" creationId="{4EF7DEC2-7F70-C005-FC24-BC83D49A4062}"/>
          </ac:grpSpMkLst>
        </pc:grpChg>
        <pc:grpChg chg="add mod ord">
          <ac:chgData name="Kindermann, Filip" userId="7529c165-3a94-4e7c-b4c5-3d6d6602473b" providerId="ADAL" clId="{69881490-C27A-4803-BB8A-88239CAE29F6}" dt="2025-05-30T02:38:12.281" v="1883"/>
          <ac:grpSpMkLst>
            <pc:docMk/>
            <pc:sldMk cId="2405085911" sldId="3510"/>
            <ac:grpSpMk id="42" creationId="{77178D1B-D129-40B8-BA52-3DA231D1C366}"/>
          </ac:grpSpMkLst>
        </pc:grpChg>
        <pc:graphicFrameChg chg="mod ord">
          <ac:chgData name="Kindermann, Filip" userId="7529c165-3a94-4e7c-b4c5-3d6d6602473b" providerId="ADAL" clId="{69881490-C27A-4803-BB8A-88239CAE29F6}" dt="2025-05-30T02:38:12.266" v="1857"/>
          <ac:graphicFrameMkLst>
            <pc:docMk/>
            <pc:sldMk cId="2405085911" sldId="3510"/>
            <ac:graphicFrameMk id="17" creationId="{331011AE-0F40-6E7B-4EA1-A87B75269073}"/>
          </ac:graphicFrameMkLst>
        </pc:graphicFrameChg>
        <pc:graphicFrameChg chg="mod ord modGraphic">
          <ac:chgData name="Kindermann, Filip" userId="7529c165-3a94-4e7c-b4c5-3d6d6602473b" providerId="ADAL" clId="{69881490-C27A-4803-BB8A-88239CAE29F6}" dt="2025-05-30T12:09:16.934" v="1911" actId="20577"/>
          <ac:graphicFrameMkLst>
            <pc:docMk/>
            <pc:sldMk cId="2405085911" sldId="3510"/>
            <ac:graphicFrameMk id="18" creationId="{931EC90B-DBF4-B567-BF1B-954F6AB3E39B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38:12.266" v="1861"/>
          <ac:graphicFrameMkLst>
            <pc:docMk/>
            <pc:sldMk cId="2405085911" sldId="3510"/>
            <ac:graphicFrameMk id="19" creationId="{1232C22C-F4E1-2BEA-9727-EC7B19313074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38:12.250" v="1831"/>
          <ac:graphicFrameMkLst>
            <pc:docMk/>
            <pc:sldMk cId="2405085911" sldId="3510"/>
            <ac:graphicFrameMk id="21" creationId="{E54F947A-1E9B-3C4B-45DD-A7561B13EC51}"/>
          </ac:graphicFrameMkLst>
        </pc:graphicFrameChg>
        <pc:graphicFrameChg chg="mod ord modGraphic">
          <ac:chgData name="Kindermann, Filip" userId="7529c165-3a94-4e7c-b4c5-3d6d6602473b" providerId="ADAL" clId="{69881490-C27A-4803-BB8A-88239CAE29F6}" dt="2025-05-30T12:05:32.754" v="1910" actId="207"/>
          <ac:graphicFrameMkLst>
            <pc:docMk/>
            <pc:sldMk cId="2405085911" sldId="3510"/>
            <ac:graphicFrameMk id="24" creationId="{DCFA3984-FBCA-2D49-B119-B9FD331A5454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38:12.250" v="1835"/>
          <ac:graphicFrameMkLst>
            <pc:docMk/>
            <pc:sldMk cId="2405085911" sldId="3510"/>
            <ac:graphicFrameMk id="25" creationId="{8A235B6F-5CAC-854C-E27A-929FF332798A}"/>
          </ac:graphicFrameMkLst>
        </pc:graphicFrameChg>
        <pc:graphicFrameChg chg="add mod ord modVis">
          <ac:chgData name="Kindermann, Filip" userId="7529c165-3a94-4e7c-b4c5-3d6d6602473b" providerId="ADAL" clId="{69881490-C27A-4803-BB8A-88239CAE29F6}" dt="2025-05-30T02:38:12.313" v="1897"/>
          <ac:graphicFrameMkLst>
            <pc:docMk/>
            <pc:sldMk cId="2405085911" sldId="3510"/>
            <ac:graphicFrameMk id="48" creationId="{2B0FC42D-0A61-4F20-917C-CEE86A3E5D86}"/>
          </ac:graphicFrameMkLst>
        </pc:graphicFrameChg>
        <pc:picChg chg="add mod modCrop">
          <ac:chgData name="Kindermann, Filip" userId="7529c165-3a94-4e7c-b4c5-3d6d6602473b" providerId="ADAL" clId="{69881490-C27A-4803-BB8A-88239CAE29F6}" dt="2025-05-30T02:18:05.324" v="1354" actId="164"/>
          <ac:picMkLst>
            <pc:docMk/>
            <pc:sldMk cId="2405085911" sldId="3510"/>
            <ac:picMk id="13" creationId="{08EED500-532B-C337-1D2B-F94352B3BECC}"/>
          </ac:picMkLst>
        </pc:picChg>
        <pc:picChg chg="add mod modCrop">
          <ac:chgData name="Kindermann, Filip" userId="7529c165-3a94-4e7c-b4c5-3d6d6602473b" providerId="ADAL" clId="{69881490-C27A-4803-BB8A-88239CAE29F6}" dt="2025-05-30T02:18:05.324" v="1354" actId="164"/>
          <ac:picMkLst>
            <pc:docMk/>
            <pc:sldMk cId="2405085911" sldId="3510"/>
            <ac:picMk id="34" creationId="{23CD149E-EB2F-53F7-C398-5E45CBBDCAEC}"/>
          </ac:picMkLst>
        </pc:picChg>
        <pc:picChg chg="add mod">
          <ac:chgData name="Kindermann, Filip" userId="7529c165-3a94-4e7c-b4c5-3d6d6602473b" providerId="ADAL" clId="{69881490-C27A-4803-BB8A-88239CAE29F6}" dt="2025-05-30T02:17:57.429" v="1353" actId="164"/>
          <ac:picMkLst>
            <pc:docMk/>
            <pc:sldMk cId="2405085911" sldId="3510"/>
            <ac:picMk id="35" creationId="{D8E12EA9-E16B-4B7D-016A-EF6740F63D5D}"/>
          </ac:picMkLst>
        </pc:picChg>
        <pc:picChg chg="add mod">
          <ac:chgData name="Kindermann, Filip" userId="7529c165-3a94-4e7c-b4c5-3d6d6602473b" providerId="ADAL" clId="{69881490-C27A-4803-BB8A-88239CAE29F6}" dt="2025-05-30T02:17:57.429" v="1353" actId="164"/>
          <ac:picMkLst>
            <pc:docMk/>
            <pc:sldMk cId="2405085911" sldId="3510"/>
            <ac:picMk id="36" creationId="{535FA5A6-9907-B6E3-B389-0AA7F5E5DB42}"/>
          </ac:picMkLst>
        </pc:picChg>
        <pc:picChg chg="mod ord modCrop">
          <ac:chgData name="Kindermann, Filip" userId="7529c165-3a94-4e7c-b4c5-3d6d6602473b" providerId="ADAL" clId="{69881490-C27A-4803-BB8A-88239CAE29F6}" dt="2025-05-30T02:38:12.250" v="1837"/>
          <ac:picMkLst>
            <pc:docMk/>
            <pc:sldMk cId="2405085911" sldId="3510"/>
            <ac:picMk id="39" creationId="{FA09F132-C457-9CD5-6045-693FF8F85E56}"/>
          </ac:picMkLst>
        </pc:picChg>
        <pc:picChg chg="add del mod ord modCrop">
          <ac:chgData name="Kindermann, Filip" userId="7529c165-3a94-4e7c-b4c5-3d6d6602473b" providerId="ADAL" clId="{69881490-C27A-4803-BB8A-88239CAE29F6}" dt="2025-05-30T02:38:12.250" v="1839"/>
          <ac:picMkLst>
            <pc:docMk/>
            <pc:sldMk cId="2405085911" sldId="3510"/>
            <ac:picMk id="43" creationId="{F9E887E2-FD37-F925-BCF1-5A198B03914F}"/>
          </ac:picMkLst>
        </pc:picChg>
        <pc:picChg chg="mod">
          <ac:chgData name="Kindermann, Filip" userId="7529c165-3a94-4e7c-b4c5-3d6d6602473b" providerId="ADAL" clId="{69881490-C27A-4803-BB8A-88239CAE29F6}" dt="2025-05-30T02:18:32.858" v="1359"/>
          <ac:picMkLst>
            <pc:docMk/>
            <pc:sldMk cId="2405085911" sldId="3510"/>
            <ac:picMk id="44" creationId="{53649BF4-20FC-DEF9-EF29-E12B1D4014ED}"/>
          </ac:picMkLst>
        </pc:picChg>
        <pc:picChg chg="mod">
          <ac:chgData name="Kindermann, Filip" userId="7529c165-3a94-4e7c-b4c5-3d6d6602473b" providerId="ADAL" clId="{69881490-C27A-4803-BB8A-88239CAE29F6}" dt="2025-05-30T02:18:32.858" v="1359"/>
          <ac:picMkLst>
            <pc:docMk/>
            <pc:sldMk cId="2405085911" sldId="3510"/>
            <ac:picMk id="45" creationId="{2CF79BCC-FD2A-40C5-6233-D47FCB7B10A8}"/>
          </ac:picMkLst>
        </pc:picChg>
        <pc:picChg chg="mod ord modCrop">
          <ac:chgData name="Kindermann, Filip" userId="7529c165-3a94-4e7c-b4c5-3d6d6602473b" providerId="ADAL" clId="{69881490-C27A-4803-BB8A-88239CAE29F6}" dt="2025-05-30T02:38:12.250" v="1841"/>
          <ac:picMkLst>
            <pc:docMk/>
            <pc:sldMk cId="2405085911" sldId="3510"/>
            <ac:picMk id="47" creationId="{4A98ACDE-FB92-D13D-5086-365B4D3CDFA2}"/>
          </ac:picMkLst>
        </pc:picChg>
        <pc:cxnChg chg="mod ord">
          <ac:chgData name="Kindermann, Filip" userId="7529c165-3a94-4e7c-b4c5-3d6d6602473b" providerId="ADAL" clId="{69881490-C27A-4803-BB8A-88239CAE29F6}" dt="2025-05-30T02:38:12.234" v="1813"/>
          <ac:cxnSpMkLst>
            <pc:docMk/>
            <pc:sldMk cId="2405085911" sldId="3510"/>
            <ac:cxnSpMk id="5" creationId="{43A83E4F-9770-47EE-18FA-0F2CB798CDB2}"/>
          </ac:cxnSpMkLst>
        </pc:cxnChg>
        <pc:cxnChg chg="mod ord">
          <ac:chgData name="Kindermann, Filip" userId="7529c165-3a94-4e7c-b4c5-3d6d6602473b" providerId="ADAL" clId="{69881490-C27A-4803-BB8A-88239CAE29F6}" dt="2025-05-30T02:38:12.250" v="1819"/>
          <ac:cxnSpMkLst>
            <pc:docMk/>
            <pc:sldMk cId="2405085911" sldId="3510"/>
            <ac:cxnSpMk id="9" creationId="{714753D2-EE01-CEE1-E56E-DD61B4F7EFBC}"/>
          </ac:cxnSpMkLst>
        </pc:cxnChg>
        <pc:cxnChg chg="mod ord">
          <ac:chgData name="Kindermann, Filip" userId="7529c165-3a94-4e7c-b4c5-3d6d6602473b" providerId="ADAL" clId="{69881490-C27A-4803-BB8A-88239CAE29F6}" dt="2025-05-30T02:38:12.250" v="1821"/>
          <ac:cxnSpMkLst>
            <pc:docMk/>
            <pc:sldMk cId="2405085911" sldId="3510"/>
            <ac:cxnSpMk id="10" creationId="{2C731432-6459-6FDF-4462-5B50A19A3B60}"/>
          </ac:cxnSpMkLst>
        </pc:cxnChg>
        <pc:cxnChg chg="mod ord">
          <ac:chgData name="Kindermann, Filip" userId="7529c165-3a94-4e7c-b4c5-3d6d6602473b" providerId="ADAL" clId="{69881490-C27A-4803-BB8A-88239CAE29F6}" dt="2025-05-30T02:38:12.250" v="1843"/>
          <ac:cxnSpMkLst>
            <pc:docMk/>
            <pc:sldMk cId="2405085911" sldId="3510"/>
            <ac:cxnSpMk id="50" creationId="{A8778F3B-E5C7-5F03-AF42-F10A55132FAE}"/>
          </ac:cxnSpMkLst>
        </pc:cxnChg>
        <pc:cxnChg chg="mod ord">
          <ac:chgData name="Kindermann, Filip" userId="7529c165-3a94-4e7c-b4c5-3d6d6602473b" providerId="ADAL" clId="{69881490-C27A-4803-BB8A-88239CAE29F6}" dt="2025-05-30T02:38:12.250" v="1845"/>
          <ac:cxnSpMkLst>
            <pc:docMk/>
            <pc:sldMk cId="2405085911" sldId="3510"/>
            <ac:cxnSpMk id="54" creationId="{5AE6B833-1705-A50D-B117-D63C15D6BB49}"/>
          </ac:cxnSpMkLst>
        </pc:cxnChg>
      </pc:sldChg>
      <pc:sldChg chg="modSp del mod">
        <pc:chgData name="Kindermann, Filip" userId="7529c165-3a94-4e7c-b4c5-3d6d6602473b" providerId="ADAL" clId="{69881490-C27A-4803-BB8A-88239CAE29F6}" dt="2025-05-30T01:09:54.979" v="370" actId="47"/>
        <pc:sldMkLst>
          <pc:docMk/>
          <pc:sldMk cId="2579045002" sldId="3511"/>
        </pc:sldMkLst>
        <pc:spChg chg="mod">
          <ac:chgData name="Kindermann, Filip" userId="7529c165-3a94-4e7c-b4c5-3d6d6602473b" providerId="ADAL" clId="{69881490-C27A-4803-BB8A-88239CAE29F6}" dt="2025-05-30T00:39:19.724" v="25" actId="20577"/>
          <ac:spMkLst>
            <pc:docMk/>
            <pc:sldMk cId="2579045002" sldId="3511"/>
            <ac:spMk id="40" creationId="{CE4734F2-51C0-D1F1-F23D-C27FC29FAA58}"/>
          </ac:spMkLst>
        </pc:spChg>
        <pc:spChg chg="mod">
          <ac:chgData name="Kindermann, Filip" userId="7529c165-3a94-4e7c-b4c5-3d6d6602473b" providerId="ADAL" clId="{69881490-C27A-4803-BB8A-88239CAE29F6}" dt="2025-05-30T00:39:30.711" v="29" actId="20577"/>
          <ac:spMkLst>
            <pc:docMk/>
            <pc:sldMk cId="2579045002" sldId="3511"/>
            <ac:spMk id="50" creationId="{3F7C5970-89FE-5796-1E49-969408F43110}"/>
          </ac:spMkLst>
        </pc:spChg>
        <pc:spChg chg="mod">
          <ac:chgData name="Kindermann, Filip" userId="7529c165-3a94-4e7c-b4c5-3d6d6602473b" providerId="ADAL" clId="{69881490-C27A-4803-BB8A-88239CAE29F6}" dt="2025-05-30T00:37:13.565" v="4" actId="20577"/>
          <ac:spMkLst>
            <pc:docMk/>
            <pc:sldMk cId="2579045002" sldId="3511"/>
            <ac:spMk id="53" creationId="{F35EC709-2381-E319-4C97-11EE61DB6323}"/>
          </ac:spMkLst>
        </pc:spChg>
      </pc:sldChg>
      <pc:sldChg chg="addSp delSp modSp del mod ord modShow">
        <pc:chgData name="Kindermann, Filip" userId="7529c165-3a94-4e7c-b4c5-3d6d6602473b" providerId="ADAL" clId="{69881490-C27A-4803-BB8A-88239CAE29F6}" dt="2025-05-30T11:00:17.643" v="1901" actId="47"/>
        <pc:sldMkLst>
          <pc:docMk/>
          <pc:sldMk cId="168517779" sldId="3513"/>
        </pc:sldMkLst>
        <pc:spChg chg="add del mod">
          <ac:chgData name="Kindermann, Filip" userId="7529c165-3a94-4e7c-b4c5-3d6d6602473b" providerId="ADAL" clId="{69881490-C27A-4803-BB8A-88239CAE29F6}" dt="2025-05-30T01:12:58.470" v="408" actId="21"/>
          <ac:spMkLst>
            <pc:docMk/>
            <pc:sldMk cId="168517779" sldId="3513"/>
            <ac:spMk id="4" creationId="{222215E1-EF79-427D-A116-3D0D0A639C3A}"/>
          </ac:spMkLst>
        </pc:spChg>
        <pc:spChg chg="add del mod">
          <ac:chgData name="Kindermann, Filip" userId="7529c165-3a94-4e7c-b4c5-3d6d6602473b" providerId="ADAL" clId="{69881490-C27A-4803-BB8A-88239CAE29F6}" dt="2025-05-30T01:11:30.481" v="377" actId="478"/>
          <ac:spMkLst>
            <pc:docMk/>
            <pc:sldMk cId="168517779" sldId="3513"/>
            <ac:spMk id="5" creationId="{76CFD33B-FD6F-7B0D-82FB-ECCE5D3C145C}"/>
          </ac:spMkLst>
        </pc:spChg>
        <pc:spChg chg="add del mod">
          <ac:chgData name="Kindermann, Filip" userId="7529c165-3a94-4e7c-b4c5-3d6d6602473b" providerId="ADAL" clId="{69881490-C27A-4803-BB8A-88239CAE29F6}" dt="2025-05-30T01:11:28.509" v="376" actId="478"/>
          <ac:spMkLst>
            <pc:docMk/>
            <pc:sldMk cId="168517779" sldId="3513"/>
            <ac:spMk id="6" creationId="{B2398213-D397-C1F7-3E27-F41888ACE61C}"/>
          </ac:spMkLst>
        </pc:spChg>
        <pc:spChg chg="add del mod">
          <ac:chgData name="Kindermann, Filip" userId="7529c165-3a94-4e7c-b4c5-3d6d6602473b" providerId="ADAL" clId="{69881490-C27A-4803-BB8A-88239CAE29F6}" dt="2025-05-30T01:12:58.470" v="408" actId="21"/>
          <ac:spMkLst>
            <pc:docMk/>
            <pc:sldMk cId="168517779" sldId="3513"/>
            <ac:spMk id="8" creationId="{05DC4D99-4070-5E4E-0E73-3793AC758FCE}"/>
          </ac:spMkLst>
        </pc:spChg>
        <pc:spChg chg="add del mod">
          <ac:chgData name="Kindermann, Filip" userId="7529c165-3a94-4e7c-b4c5-3d6d6602473b" providerId="ADAL" clId="{69881490-C27A-4803-BB8A-88239CAE29F6}" dt="2025-05-30T01:12:58.470" v="408" actId="21"/>
          <ac:spMkLst>
            <pc:docMk/>
            <pc:sldMk cId="168517779" sldId="3513"/>
            <ac:spMk id="11" creationId="{0E9F9692-A2F3-3442-A21D-43C5022DFFCF}"/>
          </ac:spMkLst>
        </pc:spChg>
        <pc:spChg chg="add del mod">
          <ac:chgData name="Kindermann, Filip" userId="7529c165-3a94-4e7c-b4c5-3d6d6602473b" providerId="ADAL" clId="{69881490-C27A-4803-BB8A-88239CAE29F6}" dt="2025-05-30T01:13:11.235" v="411" actId="478"/>
          <ac:spMkLst>
            <pc:docMk/>
            <pc:sldMk cId="168517779" sldId="3513"/>
            <ac:spMk id="13" creationId="{222215E1-EF79-427D-A116-3D0D0A639C3A}"/>
          </ac:spMkLst>
        </pc:spChg>
        <pc:spChg chg="add del mod">
          <ac:chgData name="Kindermann, Filip" userId="7529c165-3a94-4e7c-b4c5-3d6d6602473b" providerId="ADAL" clId="{69881490-C27A-4803-BB8A-88239CAE29F6}" dt="2025-05-30T01:13:11.235" v="411" actId="478"/>
          <ac:spMkLst>
            <pc:docMk/>
            <pc:sldMk cId="168517779" sldId="3513"/>
            <ac:spMk id="18" creationId="{05DC4D99-4070-5E4E-0E73-3793AC758FCE}"/>
          </ac:spMkLst>
        </pc:spChg>
        <pc:spChg chg="add del mod">
          <ac:chgData name="Kindermann, Filip" userId="7529c165-3a94-4e7c-b4c5-3d6d6602473b" providerId="ADAL" clId="{69881490-C27A-4803-BB8A-88239CAE29F6}" dt="2025-05-30T01:13:11.235" v="411" actId="478"/>
          <ac:spMkLst>
            <pc:docMk/>
            <pc:sldMk cId="168517779" sldId="3513"/>
            <ac:spMk id="19" creationId="{0E9F9692-A2F3-3442-A21D-43C5022DFFCF}"/>
          </ac:spMkLst>
        </pc:spChg>
        <pc:spChg chg="add del mod">
          <ac:chgData name="Kindermann, Filip" userId="7529c165-3a94-4e7c-b4c5-3d6d6602473b" providerId="ADAL" clId="{69881490-C27A-4803-BB8A-88239CAE29F6}" dt="2025-05-30T01:13:46.531" v="419" actId="478"/>
          <ac:spMkLst>
            <pc:docMk/>
            <pc:sldMk cId="168517779" sldId="3513"/>
            <ac:spMk id="25" creationId="{462681AF-07DE-D305-57B3-F6F2C1D6E453}"/>
          </ac:spMkLst>
        </pc:spChg>
        <pc:spChg chg="mod">
          <ac:chgData name="Kindermann, Filip" userId="7529c165-3a94-4e7c-b4c5-3d6d6602473b" providerId="ADAL" clId="{69881490-C27A-4803-BB8A-88239CAE29F6}" dt="2025-05-30T00:38:18.445" v="18" actId="20577"/>
          <ac:spMkLst>
            <pc:docMk/>
            <pc:sldMk cId="168517779" sldId="3513"/>
            <ac:spMk id="30" creationId="{FB74B124-5ED7-F66D-48BF-7DC5617D6D8F}"/>
          </ac:spMkLst>
        </pc:spChg>
      </pc:sldChg>
      <pc:sldChg chg="del">
        <pc:chgData name="Kindermann, Filip" userId="7529c165-3a94-4e7c-b4c5-3d6d6602473b" providerId="ADAL" clId="{69881490-C27A-4803-BB8A-88239CAE29F6}" dt="2025-05-30T00:24:40.448" v="0" actId="47"/>
        <pc:sldMkLst>
          <pc:docMk/>
          <pc:sldMk cId="1521187184" sldId="3514"/>
        </pc:sldMkLst>
      </pc:sldChg>
      <pc:sldChg chg="addSp delSp modSp new mod modClrScheme chgLayout">
        <pc:chgData name="Kindermann, Filip" userId="7529c165-3a94-4e7c-b4c5-3d6d6602473b" providerId="ADAL" clId="{69881490-C27A-4803-BB8A-88239CAE29F6}" dt="2025-05-30T13:09:53.185" v="1968" actId="20577"/>
        <pc:sldMkLst>
          <pc:docMk/>
          <pc:sldMk cId="1688583701" sldId="3514"/>
        </pc:sldMkLst>
        <pc:spChg chg="mod ord">
          <ac:chgData name="Kindermann, Filip" userId="7529c165-3a94-4e7c-b4c5-3d6d6602473b" providerId="ADAL" clId="{69881490-C27A-4803-BB8A-88239CAE29F6}" dt="2025-05-30T00:48:59.163" v="85" actId="700"/>
          <ac:spMkLst>
            <pc:docMk/>
            <pc:sldMk cId="1688583701" sldId="3514"/>
            <ac:spMk id="2" creationId="{5D07B9DC-F4E3-15A5-3CDD-52A444D909B7}"/>
          </ac:spMkLst>
        </pc:spChg>
        <pc:spChg chg="del">
          <ac:chgData name="Kindermann, Filip" userId="7529c165-3a94-4e7c-b4c5-3d6d6602473b" providerId="ADAL" clId="{69881490-C27A-4803-BB8A-88239CAE29F6}" dt="2025-05-30T00:48:59.163" v="85" actId="700"/>
          <ac:spMkLst>
            <pc:docMk/>
            <pc:sldMk cId="1688583701" sldId="3514"/>
            <ac:spMk id="3" creationId="{12E0B1E2-B1A2-D4BE-8311-5CB6E981326B}"/>
          </ac:spMkLst>
        </pc:spChg>
        <pc:graphicFrameChg chg="add mod">
          <ac:chgData name="Kindermann, Filip" userId="7529c165-3a94-4e7c-b4c5-3d6d6602473b" providerId="ADAL" clId="{69881490-C27A-4803-BB8A-88239CAE29F6}" dt="2025-05-30T00:45:09.297" v="52"/>
          <ac:graphicFrameMkLst>
            <pc:docMk/>
            <pc:sldMk cId="1688583701" sldId="3514"/>
            <ac:graphicFrameMk id="4" creationId="{D6036BC4-677C-64D8-FE11-DE365784BD79}"/>
          </ac:graphicFrameMkLst>
        </pc:graphicFrameChg>
        <pc:graphicFrameChg chg="add del mod">
          <ac:chgData name="Kindermann, Filip" userId="7529c165-3a94-4e7c-b4c5-3d6d6602473b" providerId="ADAL" clId="{69881490-C27A-4803-BB8A-88239CAE29F6}" dt="2025-05-30T00:45:17.346" v="54" actId="478"/>
          <ac:graphicFrameMkLst>
            <pc:docMk/>
            <pc:sldMk cId="1688583701" sldId="3514"/>
            <ac:graphicFrameMk id="5" creationId="{40CBC148-1AC6-9E9F-CB4F-E41C0752F452}"/>
          </ac:graphicFrameMkLst>
        </pc:graphicFrameChg>
        <pc:graphicFrameChg chg="add mod modGraphic">
          <ac:chgData name="Kindermann, Filip" userId="7529c165-3a94-4e7c-b4c5-3d6d6602473b" providerId="ADAL" clId="{69881490-C27A-4803-BB8A-88239CAE29F6}" dt="2025-05-30T13:09:53.185" v="1968" actId="20577"/>
          <ac:graphicFrameMkLst>
            <pc:docMk/>
            <pc:sldMk cId="1688583701" sldId="3514"/>
            <ac:graphicFrameMk id="6" creationId="{7FAC6161-4DFD-8163-3A5F-BD761C800C00}"/>
          </ac:graphicFrameMkLst>
        </pc:graphicFrameChg>
      </pc:sldChg>
      <pc:sldChg chg="addSp delSp modSp add del mod">
        <pc:chgData name="Kindermann, Filip" userId="7529c165-3a94-4e7c-b4c5-3d6d6602473b" providerId="ADAL" clId="{69881490-C27A-4803-BB8A-88239CAE29F6}" dt="2025-05-30T01:09:49.889" v="369" actId="47"/>
        <pc:sldMkLst>
          <pc:docMk/>
          <pc:sldMk cId="1253087191" sldId="3515"/>
        </pc:sldMkLst>
        <pc:spChg chg="del">
          <ac:chgData name="Kindermann, Filip" userId="7529c165-3a94-4e7c-b4c5-3d6d6602473b" providerId="ADAL" clId="{69881490-C27A-4803-BB8A-88239CAE29F6}" dt="2025-05-30T00:59:55.428" v="202" actId="478"/>
          <ac:spMkLst>
            <pc:docMk/>
            <pc:sldMk cId="1253087191" sldId="3515"/>
            <ac:spMk id="4" creationId="{1FC20BB3-87C3-0B57-FB70-29F5661ED0FA}"/>
          </ac:spMkLst>
        </pc:spChg>
        <pc:spChg chg="add del mod">
          <ac:chgData name="Kindermann, Filip" userId="7529c165-3a94-4e7c-b4c5-3d6d6602473b" providerId="ADAL" clId="{69881490-C27A-4803-BB8A-88239CAE29F6}" dt="2025-05-30T00:59:50.492" v="201" actId="21"/>
          <ac:spMkLst>
            <pc:docMk/>
            <pc:sldMk cId="1253087191" sldId="3515"/>
            <ac:spMk id="5" creationId="{5F4D12D2-0EAB-4EA4-9E30-19BE2266DC3B}"/>
          </ac:spMkLst>
        </pc:spChg>
        <pc:spChg chg="del">
          <ac:chgData name="Kindermann, Filip" userId="7529c165-3a94-4e7c-b4c5-3d6d6602473b" providerId="ADAL" clId="{69881490-C27A-4803-BB8A-88239CAE29F6}" dt="2025-05-30T00:59:55.428" v="202" actId="478"/>
          <ac:spMkLst>
            <pc:docMk/>
            <pc:sldMk cId="1253087191" sldId="3515"/>
            <ac:spMk id="7" creationId="{0F592701-3159-F367-D1BF-B9726359E738}"/>
          </ac:spMkLst>
        </pc:spChg>
        <pc:spChg chg="del">
          <ac:chgData name="Kindermann, Filip" userId="7529c165-3a94-4e7c-b4c5-3d6d6602473b" providerId="ADAL" clId="{69881490-C27A-4803-BB8A-88239CAE29F6}" dt="2025-05-30T00:59:55.428" v="202" actId="478"/>
          <ac:spMkLst>
            <pc:docMk/>
            <pc:sldMk cId="1253087191" sldId="3515"/>
            <ac:spMk id="8" creationId="{3E5EFD55-84E1-2D5B-035E-04B455265154}"/>
          </ac:spMkLst>
        </pc:spChg>
        <pc:spChg chg="add del">
          <ac:chgData name="Kindermann, Filip" userId="7529c165-3a94-4e7c-b4c5-3d6d6602473b" providerId="ADAL" clId="{69881490-C27A-4803-BB8A-88239CAE29F6}" dt="2025-05-30T01:04:44.898" v="210" actId="478"/>
          <ac:spMkLst>
            <pc:docMk/>
            <pc:sldMk cId="1253087191" sldId="3515"/>
            <ac:spMk id="12" creationId="{B636C5B8-21E2-025A-4230-0D86E9A83436}"/>
          </ac:spMkLst>
        </pc:spChg>
        <pc:spChg chg="mod">
          <ac:chgData name="Kindermann, Filip" userId="7529c165-3a94-4e7c-b4c5-3d6d6602473b" providerId="ADAL" clId="{69881490-C27A-4803-BB8A-88239CAE29F6}" dt="2025-05-30T00:57:06.514" v="125" actId="12788"/>
          <ac:spMkLst>
            <pc:docMk/>
            <pc:sldMk cId="1253087191" sldId="3515"/>
            <ac:spMk id="13" creationId="{74436EBC-EA03-1D1A-E86A-0E3F78AFDD17}"/>
          </ac:spMkLst>
        </pc:spChg>
        <pc:spChg chg="mod">
          <ac:chgData name="Kindermann, Filip" userId="7529c165-3a94-4e7c-b4c5-3d6d6602473b" providerId="ADAL" clId="{69881490-C27A-4803-BB8A-88239CAE29F6}" dt="2025-05-30T00:56:40.742" v="118" actId="12788"/>
          <ac:spMkLst>
            <pc:docMk/>
            <pc:sldMk cId="1253087191" sldId="3515"/>
            <ac:spMk id="15" creationId="{41D03F42-5A82-34C7-BD0E-317FD7E11CB3}"/>
          </ac:spMkLst>
        </pc:spChg>
        <pc:spChg chg="add del mod">
          <ac:chgData name="Kindermann, Filip" userId="7529c165-3a94-4e7c-b4c5-3d6d6602473b" providerId="ADAL" clId="{69881490-C27A-4803-BB8A-88239CAE29F6}" dt="2025-05-30T00:59:50.492" v="201" actId="21"/>
          <ac:spMkLst>
            <pc:docMk/>
            <pc:sldMk cId="1253087191" sldId="3515"/>
            <ac:spMk id="21" creationId="{063730F6-000B-DB7C-79B7-CB727BA49650}"/>
          </ac:spMkLst>
        </pc:spChg>
        <pc:spChg chg="add del mod">
          <ac:chgData name="Kindermann, Filip" userId="7529c165-3a94-4e7c-b4c5-3d6d6602473b" providerId="ADAL" clId="{69881490-C27A-4803-BB8A-88239CAE29F6}" dt="2025-05-30T00:59:50.492" v="201" actId="21"/>
          <ac:spMkLst>
            <pc:docMk/>
            <pc:sldMk cId="1253087191" sldId="3515"/>
            <ac:spMk id="24" creationId="{0BDE1F80-DE54-5895-77F8-F50863DF9914}"/>
          </ac:spMkLst>
        </pc:spChg>
        <pc:spChg chg="add mod">
          <ac:chgData name="Kindermann, Filip" userId="7529c165-3a94-4e7c-b4c5-3d6d6602473b" providerId="ADAL" clId="{69881490-C27A-4803-BB8A-88239CAE29F6}" dt="2025-05-30T01:00:01.790" v="205"/>
          <ac:spMkLst>
            <pc:docMk/>
            <pc:sldMk cId="1253087191" sldId="3515"/>
            <ac:spMk id="25" creationId="{5F4D12D2-0EAB-4EA4-9E30-19BE2266DC3B}"/>
          </ac:spMkLst>
        </pc:spChg>
        <pc:spChg chg="add mod">
          <ac:chgData name="Kindermann, Filip" userId="7529c165-3a94-4e7c-b4c5-3d6d6602473b" providerId="ADAL" clId="{69881490-C27A-4803-BB8A-88239CAE29F6}" dt="2025-05-30T01:00:01.790" v="205"/>
          <ac:spMkLst>
            <pc:docMk/>
            <pc:sldMk cId="1253087191" sldId="3515"/>
            <ac:spMk id="26" creationId="{063730F6-000B-DB7C-79B7-CB727BA49650}"/>
          </ac:spMkLst>
        </pc:spChg>
        <pc:spChg chg="add mod">
          <ac:chgData name="Kindermann, Filip" userId="7529c165-3a94-4e7c-b4c5-3d6d6602473b" providerId="ADAL" clId="{69881490-C27A-4803-BB8A-88239CAE29F6}" dt="2025-05-30T01:00:01.790" v="205"/>
          <ac:spMkLst>
            <pc:docMk/>
            <pc:sldMk cId="1253087191" sldId="3515"/>
            <ac:spMk id="27" creationId="{0BDE1F80-DE54-5895-77F8-F50863DF9914}"/>
          </ac:spMkLst>
        </pc:spChg>
        <pc:cxnChg chg="del">
          <ac:chgData name="Kindermann, Filip" userId="7529c165-3a94-4e7c-b4c5-3d6d6602473b" providerId="ADAL" clId="{69881490-C27A-4803-BB8A-88239CAE29F6}" dt="2025-05-30T01:00:01.521" v="204" actId="478"/>
          <ac:cxnSpMkLst>
            <pc:docMk/>
            <pc:sldMk cId="1253087191" sldId="3515"/>
            <ac:cxnSpMk id="6" creationId="{984CE16C-54B7-6F76-4046-92EAD52494C8}"/>
          </ac:cxnSpMkLst>
        </pc:cxnChg>
        <pc:cxnChg chg="del">
          <ac:chgData name="Kindermann, Filip" userId="7529c165-3a94-4e7c-b4c5-3d6d6602473b" providerId="ADAL" clId="{69881490-C27A-4803-BB8A-88239CAE29F6}" dt="2025-05-30T00:59:58.898" v="203" actId="478"/>
          <ac:cxnSpMkLst>
            <pc:docMk/>
            <pc:sldMk cId="1253087191" sldId="3515"/>
            <ac:cxnSpMk id="9" creationId="{69B5CE5E-76B1-C147-BA62-91F7F50E4924}"/>
          </ac:cxnSpMkLst>
        </pc:cxnChg>
        <pc:cxnChg chg="del">
          <ac:chgData name="Kindermann, Filip" userId="7529c165-3a94-4e7c-b4c5-3d6d6602473b" providerId="ADAL" clId="{69881490-C27A-4803-BB8A-88239CAE29F6}" dt="2025-05-30T00:59:55.428" v="202" actId="478"/>
          <ac:cxnSpMkLst>
            <pc:docMk/>
            <pc:sldMk cId="1253087191" sldId="3515"/>
            <ac:cxnSpMk id="10" creationId="{BF0CC0CF-30D2-9077-3CBF-AC8938055E65}"/>
          </ac:cxnSpMkLst>
        </pc:cxnChg>
      </pc:sldChg>
      <pc:sldChg chg="delSp add del mod">
        <pc:chgData name="Kindermann, Filip" userId="7529c165-3a94-4e7c-b4c5-3d6d6602473b" providerId="ADAL" clId="{69881490-C27A-4803-BB8A-88239CAE29F6}" dt="2025-05-30T01:00:37.228" v="208" actId="47"/>
        <pc:sldMkLst>
          <pc:docMk/>
          <pc:sldMk cId="273689209" sldId="3516"/>
        </pc:sldMkLst>
        <pc:spChg chg="del">
          <ac:chgData name="Kindermann, Filip" userId="7529c165-3a94-4e7c-b4c5-3d6d6602473b" providerId="ADAL" clId="{69881490-C27A-4803-BB8A-88239CAE29F6}" dt="2025-05-30T01:00:24.386" v="207" actId="478"/>
          <ac:spMkLst>
            <pc:docMk/>
            <pc:sldMk cId="273689209" sldId="3516"/>
            <ac:spMk id="12" creationId="{44DB0266-C1CA-861D-1F82-CC07E327B513}"/>
          </ac:spMkLst>
        </pc:spChg>
      </pc:sldChg>
      <pc:sldChg chg="addSp delSp modSp add mod">
        <pc:chgData name="Kindermann, Filip" userId="7529c165-3a94-4e7c-b4c5-3d6d6602473b" providerId="ADAL" clId="{69881490-C27A-4803-BB8A-88239CAE29F6}" dt="2025-05-30T01:49:11.655" v="999"/>
        <pc:sldMkLst>
          <pc:docMk/>
          <pc:sldMk cId="640855340" sldId="3516"/>
        </pc:sldMkLst>
        <pc:spChg chg="mod ord">
          <ac:chgData name="Kindermann, Filip" userId="7529c165-3a94-4e7c-b4c5-3d6d6602473b" providerId="ADAL" clId="{69881490-C27A-4803-BB8A-88239CAE29F6}" dt="2025-05-30T01:09:06.563" v="310"/>
          <ac:spMkLst>
            <pc:docMk/>
            <pc:sldMk cId="640855340" sldId="3516"/>
            <ac:spMk id="2" creationId="{844183C6-6350-A772-A37D-7A08A4204D3B}"/>
          </ac:spMkLst>
        </pc:spChg>
        <pc:spChg chg="mod ord">
          <ac:chgData name="Kindermann, Filip" userId="7529c165-3a94-4e7c-b4c5-3d6d6602473b" providerId="ADAL" clId="{69881490-C27A-4803-BB8A-88239CAE29F6}" dt="2025-05-30T01:09:06.563" v="312"/>
          <ac:spMkLst>
            <pc:docMk/>
            <pc:sldMk cId="640855340" sldId="3516"/>
            <ac:spMk id="3" creationId="{A7F94995-53B6-F91B-50F1-35D023C2CEEC}"/>
          </ac:spMkLst>
        </pc:spChg>
        <pc:spChg chg="add mod ord">
          <ac:chgData name="Kindermann, Filip" userId="7529c165-3a94-4e7c-b4c5-3d6d6602473b" providerId="ADAL" clId="{69881490-C27A-4803-BB8A-88239CAE29F6}" dt="2025-05-30T01:09:06.563" v="304"/>
          <ac:spMkLst>
            <pc:docMk/>
            <pc:sldMk cId="640855340" sldId="3516"/>
            <ac:spMk id="4" creationId="{8AD0886E-1E8B-118D-3D41-A6C257B8CAA4}"/>
          </ac:spMkLst>
        </pc:spChg>
        <pc:spChg chg="add mod ord">
          <ac:chgData name="Kindermann, Filip" userId="7529c165-3a94-4e7c-b4c5-3d6d6602473b" providerId="ADAL" clId="{69881490-C27A-4803-BB8A-88239CAE29F6}" dt="2025-05-30T01:09:06.563" v="306"/>
          <ac:spMkLst>
            <pc:docMk/>
            <pc:sldMk cId="640855340" sldId="3516"/>
            <ac:spMk id="5" creationId="{2D80C63F-E058-511D-5EBB-D3D74595B166}"/>
          </ac:spMkLst>
        </pc:spChg>
        <pc:spChg chg="add mod ord">
          <ac:chgData name="Kindermann, Filip" userId="7529c165-3a94-4e7c-b4c5-3d6d6602473b" providerId="ADAL" clId="{69881490-C27A-4803-BB8A-88239CAE29F6}" dt="2025-05-30T01:09:06.563" v="308"/>
          <ac:spMkLst>
            <pc:docMk/>
            <pc:sldMk cId="640855340" sldId="3516"/>
            <ac:spMk id="6" creationId="{59E56BB4-3E74-A4CF-EEEB-EF479EA753BE}"/>
          </ac:spMkLst>
        </pc:spChg>
        <pc:spChg chg="add mod ord">
          <ac:chgData name="Kindermann, Filip" userId="7529c165-3a94-4e7c-b4c5-3d6d6602473b" providerId="ADAL" clId="{69881490-C27A-4803-BB8A-88239CAE29F6}" dt="2025-05-30T01:09:20.712" v="368" actId="14100"/>
          <ac:spMkLst>
            <pc:docMk/>
            <pc:sldMk cId="640855340" sldId="3516"/>
            <ac:spMk id="7" creationId="{9D4ED812-049B-538E-60C6-6CEBBD647498}"/>
          </ac:spMkLst>
        </pc:spChg>
        <pc:spChg chg="mod ord">
          <ac:chgData name="Kindermann, Filip" userId="7529c165-3a94-4e7c-b4c5-3d6d6602473b" providerId="ADAL" clId="{69881490-C27A-4803-BB8A-88239CAE29F6}" dt="2025-05-30T01:09:06.563" v="314"/>
          <ac:spMkLst>
            <pc:docMk/>
            <pc:sldMk cId="640855340" sldId="3516"/>
            <ac:spMk id="11" creationId="{5E4D8742-2D64-44D1-496A-B07CCD7D23A9}"/>
          </ac:spMkLst>
        </pc:spChg>
        <pc:spChg chg="del">
          <ac:chgData name="Kindermann, Filip" userId="7529c165-3a94-4e7c-b4c5-3d6d6602473b" providerId="ADAL" clId="{69881490-C27A-4803-BB8A-88239CAE29F6}" dt="2025-05-30T01:04:49.722" v="212" actId="478"/>
          <ac:spMkLst>
            <pc:docMk/>
            <pc:sldMk cId="640855340" sldId="3516"/>
            <ac:spMk id="12" creationId="{AD825463-E699-4661-EAA1-D6117EA43BF6}"/>
          </ac:spMkLst>
        </pc:spChg>
        <pc:spChg chg="mod ord">
          <ac:chgData name="Kindermann, Filip" userId="7529c165-3a94-4e7c-b4c5-3d6d6602473b" providerId="ADAL" clId="{69881490-C27A-4803-BB8A-88239CAE29F6}" dt="2025-05-30T01:09:06.563" v="316"/>
          <ac:spMkLst>
            <pc:docMk/>
            <pc:sldMk cId="640855340" sldId="3516"/>
            <ac:spMk id="13" creationId="{4E34A74F-9617-6397-6B39-8DF8A2BEF2E5}"/>
          </ac:spMkLst>
        </pc:spChg>
        <pc:spChg chg="mod ord">
          <ac:chgData name="Kindermann, Filip" userId="7529c165-3a94-4e7c-b4c5-3d6d6602473b" providerId="ADAL" clId="{69881490-C27A-4803-BB8A-88239CAE29F6}" dt="2025-05-30T01:09:06.578" v="318"/>
          <ac:spMkLst>
            <pc:docMk/>
            <pc:sldMk cId="640855340" sldId="3516"/>
            <ac:spMk id="14" creationId="{89732A4A-B003-92FC-6CED-4757EC8F6C10}"/>
          </ac:spMkLst>
        </pc:spChg>
        <pc:spChg chg="mod ord">
          <ac:chgData name="Kindermann, Filip" userId="7529c165-3a94-4e7c-b4c5-3d6d6602473b" providerId="ADAL" clId="{69881490-C27A-4803-BB8A-88239CAE29F6}" dt="2025-05-30T01:09:06.580" v="320"/>
          <ac:spMkLst>
            <pc:docMk/>
            <pc:sldMk cId="640855340" sldId="3516"/>
            <ac:spMk id="15" creationId="{EA22C08A-2236-01F7-7683-09C7E6045204}"/>
          </ac:spMkLst>
        </pc:spChg>
        <pc:spChg chg="mod ord">
          <ac:chgData name="Kindermann, Filip" userId="7529c165-3a94-4e7c-b4c5-3d6d6602473b" providerId="ADAL" clId="{69881490-C27A-4803-BB8A-88239CAE29F6}" dt="2025-05-30T01:09:06.580" v="322"/>
          <ac:spMkLst>
            <pc:docMk/>
            <pc:sldMk cId="640855340" sldId="3516"/>
            <ac:spMk id="16" creationId="{83B76AF7-F2F1-E75B-3C4C-F5B9E10CCD45}"/>
          </ac:spMkLst>
        </pc:spChg>
        <pc:spChg chg="mod ord">
          <ac:chgData name="Kindermann, Filip" userId="7529c165-3a94-4e7c-b4c5-3d6d6602473b" providerId="ADAL" clId="{69881490-C27A-4803-BB8A-88239CAE29F6}" dt="2025-05-30T01:09:06.580" v="324"/>
          <ac:spMkLst>
            <pc:docMk/>
            <pc:sldMk cId="640855340" sldId="3516"/>
            <ac:spMk id="17" creationId="{C924B16F-F480-9BAD-077D-48A3CCC80FCA}"/>
          </ac:spMkLst>
        </pc:spChg>
        <pc:spChg chg="mod ord">
          <ac:chgData name="Kindermann, Filip" userId="7529c165-3a94-4e7c-b4c5-3d6d6602473b" providerId="ADAL" clId="{69881490-C27A-4803-BB8A-88239CAE29F6}" dt="2025-05-30T01:09:06.580" v="326"/>
          <ac:spMkLst>
            <pc:docMk/>
            <pc:sldMk cId="640855340" sldId="3516"/>
            <ac:spMk id="19" creationId="{19308748-1BE6-39FD-AC5D-B6DA8EA8A44B}"/>
          </ac:spMkLst>
        </pc:spChg>
        <pc:spChg chg="mod ord">
          <ac:chgData name="Kindermann, Filip" userId="7529c165-3a94-4e7c-b4c5-3d6d6602473b" providerId="ADAL" clId="{69881490-C27A-4803-BB8A-88239CAE29F6}" dt="2025-05-30T01:09:06.580" v="328"/>
          <ac:spMkLst>
            <pc:docMk/>
            <pc:sldMk cId="640855340" sldId="3516"/>
            <ac:spMk id="20" creationId="{A8B1E8D8-886B-4FF5-D659-42CFADBA8744}"/>
          </ac:spMkLst>
        </pc:spChg>
        <pc:spChg chg="mod ord">
          <ac:chgData name="Kindermann, Filip" userId="7529c165-3a94-4e7c-b4c5-3d6d6602473b" providerId="ADAL" clId="{69881490-C27A-4803-BB8A-88239CAE29F6}" dt="2025-05-30T01:09:06.580" v="330"/>
          <ac:spMkLst>
            <pc:docMk/>
            <pc:sldMk cId="640855340" sldId="3516"/>
            <ac:spMk id="22" creationId="{3AC21750-535B-C26F-EF19-46D2ED522DC2}"/>
          </ac:spMkLst>
        </pc:spChg>
        <pc:spChg chg="mod ord">
          <ac:chgData name="Kindermann, Filip" userId="7529c165-3a94-4e7c-b4c5-3d6d6602473b" providerId="ADAL" clId="{69881490-C27A-4803-BB8A-88239CAE29F6}" dt="2025-05-30T01:09:06.580" v="332"/>
          <ac:spMkLst>
            <pc:docMk/>
            <pc:sldMk cId="640855340" sldId="3516"/>
            <ac:spMk id="23" creationId="{BCF682BA-96D9-29C8-3BA1-68020DAAFD32}"/>
          </ac:spMkLst>
        </pc:spChg>
        <pc:spChg chg="mod ord">
          <ac:chgData name="Kindermann, Filip" userId="7529c165-3a94-4e7c-b4c5-3d6d6602473b" providerId="ADAL" clId="{69881490-C27A-4803-BB8A-88239CAE29F6}" dt="2025-05-30T01:09:06.594" v="360"/>
          <ac:spMkLst>
            <pc:docMk/>
            <pc:sldMk cId="640855340" sldId="3516"/>
            <ac:spMk id="25" creationId="{7DF24368-6F07-E76A-9B9A-28FC3CC21A69}"/>
          </ac:spMkLst>
        </pc:spChg>
        <pc:spChg chg="mod ord">
          <ac:chgData name="Kindermann, Filip" userId="7529c165-3a94-4e7c-b4c5-3d6d6602473b" providerId="ADAL" clId="{69881490-C27A-4803-BB8A-88239CAE29F6}" dt="2025-05-30T01:09:06.594" v="362"/>
          <ac:spMkLst>
            <pc:docMk/>
            <pc:sldMk cId="640855340" sldId="3516"/>
            <ac:spMk id="26" creationId="{AB78DB68-D576-6665-A0BE-CEB13C7626EB}"/>
          </ac:spMkLst>
        </pc:spChg>
        <pc:spChg chg="mod ord">
          <ac:chgData name="Kindermann, Filip" userId="7529c165-3a94-4e7c-b4c5-3d6d6602473b" providerId="ADAL" clId="{69881490-C27A-4803-BB8A-88239CAE29F6}" dt="2025-05-30T01:09:06.594" v="364"/>
          <ac:spMkLst>
            <pc:docMk/>
            <pc:sldMk cId="640855340" sldId="3516"/>
            <ac:spMk id="27" creationId="{386A1B9E-4563-4C9F-80A0-24197F1BA14F}"/>
          </ac:spMkLst>
        </pc:spChg>
        <pc:spChg chg="mod ord">
          <ac:chgData name="Kindermann, Filip" userId="7529c165-3a94-4e7c-b4c5-3d6d6602473b" providerId="ADAL" clId="{69881490-C27A-4803-BB8A-88239CAE29F6}" dt="2025-05-30T01:09:06.580" v="334"/>
          <ac:spMkLst>
            <pc:docMk/>
            <pc:sldMk cId="640855340" sldId="3516"/>
            <ac:spMk id="29" creationId="{85D1156A-F983-D318-0C77-13AD0096CA5D}"/>
          </ac:spMkLst>
        </pc:spChg>
        <pc:spChg chg="mod ord">
          <ac:chgData name="Kindermann, Filip" userId="7529c165-3a94-4e7c-b4c5-3d6d6602473b" providerId="ADAL" clId="{69881490-C27A-4803-BB8A-88239CAE29F6}" dt="2025-05-30T01:09:06.580" v="336"/>
          <ac:spMkLst>
            <pc:docMk/>
            <pc:sldMk cId="640855340" sldId="3516"/>
            <ac:spMk id="30" creationId="{7ECA2373-1C75-99E9-0A90-ADA6B588E87F}"/>
          </ac:spMkLst>
        </pc:spChg>
        <pc:spChg chg="mod ord">
          <ac:chgData name="Kindermann, Filip" userId="7529c165-3a94-4e7c-b4c5-3d6d6602473b" providerId="ADAL" clId="{69881490-C27A-4803-BB8A-88239CAE29F6}" dt="2025-05-30T01:09:06.580" v="338"/>
          <ac:spMkLst>
            <pc:docMk/>
            <pc:sldMk cId="640855340" sldId="3516"/>
            <ac:spMk id="38" creationId="{2BC9AD81-34D8-2CA6-BEBB-8F1B3AE8055A}"/>
          </ac:spMkLst>
        </pc:spChg>
        <pc:spChg chg="mod ord">
          <ac:chgData name="Kindermann, Filip" userId="7529c165-3a94-4e7c-b4c5-3d6d6602473b" providerId="ADAL" clId="{69881490-C27A-4803-BB8A-88239CAE29F6}" dt="2025-05-30T01:09:06.580" v="340"/>
          <ac:spMkLst>
            <pc:docMk/>
            <pc:sldMk cId="640855340" sldId="3516"/>
            <ac:spMk id="39" creationId="{EB60370E-08E8-510D-DB21-F63EEE6BE1B2}"/>
          </ac:spMkLst>
        </pc:spChg>
        <pc:spChg chg="mod ord">
          <ac:chgData name="Kindermann, Filip" userId="7529c165-3a94-4e7c-b4c5-3d6d6602473b" providerId="ADAL" clId="{69881490-C27A-4803-BB8A-88239CAE29F6}" dt="2025-05-30T01:09:06.580" v="342"/>
          <ac:spMkLst>
            <pc:docMk/>
            <pc:sldMk cId="640855340" sldId="3516"/>
            <ac:spMk id="40" creationId="{D3B8EF99-C8BC-BBB8-8602-9AF3C26A9F45}"/>
          </ac:spMkLst>
        </pc:spChg>
        <pc:spChg chg="mod ord">
          <ac:chgData name="Kindermann, Filip" userId="7529c165-3a94-4e7c-b4c5-3d6d6602473b" providerId="ADAL" clId="{69881490-C27A-4803-BB8A-88239CAE29F6}" dt="2025-05-30T01:09:06.592" v="344"/>
          <ac:spMkLst>
            <pc:docMk/>
            <pc:sldMk cId="640855340" sldId="3516"/>
            <ac:spMk id="41" creationId="{3728034E-0ED5-427D-BC36-29C5C5D8FF62}"/>
          </ac:spMkLst>
        </pc:spChg>
        <pc:spChg chg="mod ord">
          <ac:chgData name="Kindermann, Filip" userId="7529c165-3a94-4e7c-b4c5-3d6d6602473b" providerId="ADAL" clId="{69881490-C27A-4803-BB8A-88239CAE29F6}" dt="2025-05-30T01:09:06.594" v="346"/>
          <ac:spMkLst>
            <pc:docMk/>
            <pc:sldMk cId="640855340" sldId="3516"/>
            <ac:spMk id="48" creationId="{FD5723D3-0C3C-3808-9521-8FDE91EAA1C2}"/>
          </ac:spMkLst>
        </pc:spChg>
        <pc:spChg chg="mod ord">
          <ac:chgData name="Kindermann, Filip" userId="7529c165-3a94-4e7c-b4c5-3d6d6602473b" providerId="ADAL" clId="{69881490-C27A-4803-BB8A-88239CAE29F6}" dt="2025-05-30T01:09:06.594" v="348"/>
          <ac:spMkLst>
            <pc:docMk/>
            <pc:sldMk cId="640855340" sldId="3516"/>
            <ac:spMk id="49" creationId="{6817C0F6-A9DD-465B-68B8-5003D2C66838}"/>
          </ac:spMkLst>
        </pc:spChg>
        <pc:spChg chg="mod ord">
          <ac:chgData name="Kindermann, Filip" userId="7529c165-3a94-4e7c-b4c5-3d6d6602473b" providerId="ADAL" clId="{69881490-C27A-4803-BB8A-88239CAE29F6}" dt="2025-05-30T01:49:11.655" v="999"/>
          <ac:spMkLst>
            <pc:docMk/>
            <pc:sldMk cId="640855340" sldId="3516"/>
            <ac:spMk id="50" creationId="{760EAFD7-D82C-A999-D9DF-82D6FA89776F}"/>
          </ac:spMkLst>
        </pc:spChg>
        <pc:spChg chg="mod ord">
          <ac:chgData name="Kindermann, Filip" userId="7529c165-3a94-4e7c-b4c5-3d6d6602473b" providerId="ADAL" clId="{69881490-C27A-4803-BB8A-88239CAE29F6}" dt="2025-05-30T01:09:06.594" v="352"/>
          <ac:spMkLst>
            <pc:docMk/>
            <pc:sldMk cId="640855340" sldId="3516"/>
            <ac:spMk id="51" creationId="{12C669B8-8C86-F315-C62F-51A11CCFABC8}"/>
          </ac:spMkLst>
        </pc:spChg>
        <pc:spChg chg="mod ord">
          <ac:chgData name="Kindermann, Filip" userId="7529c165-3a94-4e7c-b4c5-3d6d6602473b" providerId="ADAL" clId="{69881490-C27A-4803-BB8A-88239CAE29F6}" dt="2025-05-30T01:09:06.594" v="354"/>
          <ac:spMkLst>
            <pc:docMk/>
            <pc:sldMk cId="640855340" sldId="3516"/>
            <ac:spMk id="52" creationId="{C4108684-79FE-8B36-3F18-0457F281C0E5}"/>
          </ac:spMkLst>
        </pc:spChg>
        <pc:spChg chg="mod ord">
          <ac:chgData name="Kindermann, Filip" userId="7529c165-3a94-4e7c-b4c5-3d6d6602473b" providerId="ADAL" clId="{69881490-C27A-4803-BB8A-88239CAE29F6}" dt="2025-05-30T01:09:06.594" v="356"/>
          <ac:spMkLst>
            <pc:docMk/>
            <pc:sldMk cId="640855340" sldId="3516"/>
            <ac:spMk id="53" creationId="{22362C25-67BD-BFF1-4797-4C4E67493633}"/>
          </ac:spMkLst>
        </pc:spChg>
        <pc:spChg chg="mod ord">
          <ac:chgData name="Kindermann, Filip" userId="7529c165-3a94-4e7c-b4c5-3d6d6602473b" providerId="ADAL" clId="{69881490-C27A-4803-BB8A-88239CAE29F6}" dt="2025-05-30T01:09:06.594" v="358"/>
          <ac:spMkLst>
            <pc:docMk/>
            <pc:sldMk cId="640855340" sldId="3516"/>
            <ac:spMk id="54" creationId="{220F74C8-4A58-2DC6-6744-47393BC3D8E8}"/>
          </ac:spMkLst>
        </pc:spChg>
        <pc:graphicFrameChg chg="mod">
          <ac:chgData name="Kindermann, Filip" userId="7529c165-3a94-4e7c-b4c5-3d6d6602473b" providerId="ADAL" clId="{69881490-C27A-4803-BB8A-88239CAE29F6}" dt="2025-05-30T01:09:06.594" v="366"/>
          <ac:graphicFrameMkLst>
            <pc:docMk/>
            <pc:sldMk cId="640855340" sldId="3516"/>
            <ac:graphicFrameMk id="18" creationId="{7F41DDD5-207C-3D52-7842-FDD6AFCD828E}"/>
          </ac:graphicFrameMkLst>
        </pc:graphicFrameChg>
      </pc:sldChg>
      <pc:sldChg chg="addSp delSp modSp add mod">
        <pc:chgData name="Kindermann, Filip" userId="7529c165-3a94-4e7c-b4c5-3d6d6602473b" providerId="ADAL" clId="{69881490-C27A-4803-BB8A-88239CAE29F6}" dt="2025-05-30T02:12:34.129" v="1215" actId="34135"/>
        <pc:sldMkLst>
          <pc:docMk/>
          <pc:sldMk cId="1549508403" sldId="3517"/>
        </pc:sldMkLst>
        <pc:spChg chg="mod ord">
          <ac:chgData name="Kindermann, Filip" userId="7529c165-3a94-4e7c-b4c5-3d6d6602473b" providerId="ADAL" clId="{69881490-C27A-4803-BB8A-88239CAE29F6}" dt="2025-05-30T01:17:16.497" v="468"/>
          <ac:spMkLst>
            <pc:docMk/>
            <pc:sldMk cId="1549508403" sldId="3517"/>
            <ac:spMk id="2" creationId="{28E0A715-B28C-4B21-F109-2CCCCF2640DE}"/>
          </ac:spMkLst>
        </pc:spChg>
        <pc:spChg chg="mod ord">
          <ac:chgData name="Kindermann, Filip" userId="7529c165-3a94-4e7c-b4c5-3d6d6602473b" providerId="ADAL" clId="{69881490-C27A-4803-BB8A-88239CAE29F6}" dt="2025-05-30T01:17:16.498" v="470"/>
          <ac:spMkLst>
            <pc:docMk/>
            <pc:sldMk cId="1549508403" sldId="3517"/>
            <ac:spMk id="3" creationId="{3E681C28-E813-8058-0DA0-322A89155B82}"/>
          </ac:spMkLst>
        </pc:spChg>
        <pc:spChg chg="add mod ord">
          <ac:chgData name="Kindermann, Filip" userId="7529c165-3a94-4e7c-b4c5-3d6d6602473b" providerId="ADAL" clId="{69881490-C27A-4803-BB8A-88239CAE29F6}" dt="2025-05-30T01:17:16.493" v="462"/>
          <ac:spMkLst>
            <pc:docMk/>
            <pc:sldMk cId="1549508403" sldId="3517"/>
            <ac:spMk id="4" creationId="{A8A917A3-E52F-67DC-67D0-8BDFA06C01AF}"/>
          </ac:spMkLst>
        </pc:spChg>
        <pc:spChg chg="add mod ord">
          <ac:chgData name="Kindermann, Filip" userId="7529c165-3a94-4e7c-b4c5-3d6d6602473b" providerId="ADAL" clId="{69881490-C27A-4803-BB8A-88239CAE29F6}" dt="2025-05-30T01:18:16.367" v="543" actId="207"/>
          <ac:spMkLst>
            <pc:docMk/>
            <pc:sldMk cId="1549508403" sldId="3517"/>
            <ac:spMk id="5" creationId="{1286BD02-E4E3-4D60-D54D-37718F50CC0C}"/>
          </ac:spMkLst>
        </pc:spChg>
        <pc:spChg chg="add del mod ord">
          <ac:chgData name="Kindermann, Filip" userId="7529c165-3a94-4e7c-b4c5-3d6d6602473b" providerId="ADAL" clId="{69881490-C27A-4803-BB8A-88239CAE29F6}" dt="2025-05-30T01:18:34.966" v="546" actId="207"/>
          <ac:spMkLst>
            <pc:docMk/>
            <pc:sldMk cId="1549508403" sldId="3517"/>
            <ac:spMk id="6" creationId="{C1699C92-51B2-CF59-DD47-6875E36EEFE9}"/>
          </ac:spMkLst>
        </pc:spChg>
        <pc:spChg chg="add mod">
          <ac:chgData name="Kindermann, Filip" userId="7529c165-3a94-4e7c-b4c5-3d6d6602473b" providerId="ADAL" clId="{69881490-C27A-4803-BB8A-88239CAE29F6}" dt="2025-05-30T02:12:34.129" v="1215" actId="34135"/>
          <ac:spMkLst>
            <pc:docMk/>
            <pc:sldMk cId="1549508403" sldId="3517"/>
            <ac:spMk id="11" creationId="{22DD79C8-4508-1BB7-AC9B-718C82C1EB54}"/>
          </ac:spMkLst>
        </pc:spChg>
        <pc:spChg chg="mod ord">
          <ac:chgData name="Kindermann, Filip" userId="7529c165-3a94-4e7c-b4c5-3d6d6602473b" providerId="ADAL" clId="{69881490-C27A-4803-BB8A-88239CAE29F6}" dt="2025-05-30T01:17:16.502" v="478"/>
          <ac:spMkLst>
            <pc:docMk/>
            <pc:sldMk cId="1549508403" sldId="3517"/>
            <ac:spMk id="12" creationId="{F376DA8E-0443-14D0-E9BE-4EC884DE366A}"/>
          </ac:spMkLst>
        </pc:spChg>
        <pc:spChg chg="mod ord">
          <ac:chgData name="Kindermann, Filip" userId="7529c165-3a94-4e7c-b4c5-3d6d6602473b" providerId="ADAL" clId="{69881490-C27A-4803-BB8A-88239CAE29F6}" dt="2025-05-30T01:17:16.520" v="516"/>
          <ac:spMkLst>
            <pc:docMk/>
            <pc:sldMk cId="1549508403" sldId="3517"/>
            <ac:spMk id="13" creationId="{8EDAD833-EB86-BC1C-B850-CB6208C13C60}"/>
          </ac:spMkLst>
        </pc:spChg>
        <pc:spChg chg="mod ord">
          <ac:chgData name="Kindermann, Filip" userId="7529c165-3a94-4e7c-b4c5-3d6d6602473b" providerId="ADAL" clId="{69881490-C27A-4803-BB8A-88239CAE29F6}" dt="2025-05-30T01:19:30.817" v="551" actId="1076"/>
          <ac:spMkLst>
            <pc:docMk/>
            <pc:sldMk cId="1549508403" sldId="3517"/>
            <ac:spMk id="15" creationId="{7F9B921A-5B89-E444-6F60-6AAB8941A80A}"/>
          </ac:spMkLst>
        </pc:spChg>
        <pc:spChg chg="mod ord">
          <ac:chgData name="Kindermann, Filip" userId="7529c165-3a94-4e7c-b4c5-3d6d6602473b" providerId="ADAL" clId="{69881490-C27A-4803-BB8A-88239CAE29F6}" dt="2025-05-30T01:19:36.181" v="552" actId="554"/>
          <ac:spMkLst>
            <pc:docMk/>
            <pc:sldMk cId="1549508403" sldId="3517"/>
            <ac:spMk id="16" creationId="{0EEF08BD-111C-30E1-91CC-895C9D01FB5F}"/>
          </ac:spMkLst>
        </pc:spChg>
        <pc:spChg chg="mod ord">
          <ac:chgData name="Kindermann, Filip" userId="7529c165-3a94-4e7c-b4c5-3d6d6602473b" providerId="ADAL" clId="{69881490-C27A-4803-BB8A-88239CAE29F6}" dt="2025-05-30T01:50:55.747" v="1009" actId="20577"/>
          <ac:spMkLst>
            <pc:docMk/>
            <pc:sldMk cId="1549508403" sldId="3517"/>
            <ac:spMk id="17" creationId="{C322570B-8B40-E07D-D0CA-30336C7B8D93}"/>
          </ac:spMkLst>
        </pc:spChg>
        <pc:spChg chg="mod ord">
          <ac:chgData name="Kindermann, Filip" userId="7529c165-3a94-4e7c-b4c5-3d6d6602473b" providerId="ADAL" clId="{69881490-C27A-4803-BB8A-88239CAE29F6}" dt="2025-05-30T01:17:16.520" v="518"/>
          <ac:spMkLst>
            <pc:docMk/>
            <pc:sldMk cId="1549508403" sldId="3517"/>
            <ac:spMk id="18" creationId="{178B1B38-EF53-3A70-6A51-019D9A1A490E}"/>
          </ac:spMkLst>
        </pc:spChg>
        <pc:spChg chg="mod ord">
          <ac:chgData name="Kindermann, Filip" userId="7529c165-3a94-4e7c-b4c5-3d6d6602473b" providerId="ADAL" clId="{69881490-C27A-4803-BB8A-88239CAE29F6}" dt="2025-05-30T01:17:16.522" v="520"/>
          <ac:spMkLst>
            <pc:docMk/>
            <pc:sldMk cId="1549508403" sldId="3517"/>
            <ac:spMk id="19" creationId="{148E5763-1299-F9B9-FDC0-302092D0860A}"/>
          </ac:spMkLst>
        </pc:spChg>
        <pc:spChg chg="mod ord">
          <ac:chgData name="Kindermann, Filip" userId="7529c165-3a94-4e7c-b4c5-3d6d6602473b" providerId="ADAL" clId="{69881490-C27A-4803-BB8A-88239CAE29F6}" dt="2025-05-30T01:19:36.181" v="552" actId="554"/>
          <ac:spMkLst>
            <pc:docMk/>
            <pc:sldMk cId="1549508403" sldId="3517"/>
            <ac:spMk id="20" creationId="{DF0F7801-5AB2-8030-D66A-1DFD98C8CB65}"/>
          </ac:spMkLst>
        </pc:spChg>
        <pc:spChg chg="mod ord">
          <ac:chgData name="Kindermann, Filip" userId="7529c165-3a94-4e7c-b4c5-3d6d6602473b" providerId="ADAL" clId="{69881490-C27A-4803-BB8A-88239CAE29F6}" dt="2025-05-30T01:17:16.508" v="490"/>
          <ac:spMkLst>
            <pc:docMk/>
            <pc:sldMk cId="1549508403" sldId="3517"/>
            <ac:spMk id="21" creationId="{B95C8002-8562-4F46-0F57-2BAA3ADDDC29}"/>
          </ac:spMkLst>
        </pc:spChg>
        <pc:spChg chg="mod ord">
          <ac:chgData name="Kindermann, Filip" userId="7529c165-3a94-4e7c-b4c5-3d6d6602473b" providerId="ADAL" clId="{69881490-C27A-4803-BB8A-88239CAE29F6}" dt="2025-05-30T01:19:53.205" v="554" actId="12789"/>
          <ac:spMkLst>
            <pc:docMk/>
            <pc:sldMk cId="1549508403" sldId="3517"/>
            <ac:spMk id="23" creationId="{F13CAA5A-FE98-961D-86B0-9618AB705DAC}"/>
          </ac:spMkLst>
        </pc:spChg>
        <pc:spChg chg="mod ord">
          <ac:chgData name="Kindermann, Filip" userId="7529c165-3a94-4e7c-b4c5-3d6d6602473b" providerId="ADAL" clId="{69881490-C27A-4803-BB8A-88239CAE29F6}" dt="2025-05-30T01:20:06.112" v="556" actId="554"/>
          <ac:spMkLst>
            <pc:docMk/>
            <pc:sldMk cId="1549508403" sldId="3517"/>
            <ac:spMk id="24" creationId="{818F5916-304D-39D7-E83C-1DC3D5D98076}"/>
          </ac:spMkLst>
        </pc:spChg>
        <pc:spChg chg="add mod">
          <ac:chgData name="Kindermann, Filip" userId="7529c165-3a94-4e7c-b4c5-3d6d6602473b" providerId="ADAL" clId="{69881490-C27A-4803-BB8A-88239CAE29F6}" dt="2025-05-30T01:30:07.592" v="785" actId="1076"/>
          <ac:spMkLst>
            <pc:docMk/>
            <pc:sldMk cId="1549508403" sldId="3517"/>
            <ac:spMk id="25" creationId="{83953811-DC69-0164-59A5-9EEDBE07C824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26" creationId="{2E425929-AA19-DAA8-AF97-CD5483E13082}"/>
          </ac:spMkLst>
        </pc:spChg>
        <pc:spChg chg="mod ord">
          <ac:chgData name="Kindermann, Filip" userId="7529c165-3a94-4e7c-b4c5-3d6d6602473b" providerId="ADAL" clId="{69881490-C27A-4803-BB8A-88239CAE29F6}" dt="2025-05-30T01:20:13.048" v="557" actId="554"/>
          <ac:spMkLst>
            <pc:docMk/>
            <pc:sldMk cId="1549508403" sldId="3517"/>
            <ac:spMk id="27" creationId="{33C2FB2A-AD4C-7E54-1FFC-AF088610286E}"/>
          </ac:spMkLst>
        </pc:spChg>
        <pc:spChg chg="mod ord">
          <ac:chgData name="Kindermann, Filip" userId="7529c165-3a94-4e7c-b4c5-3d6d6602473b" providerId="ADAL" clId="{69881490-C27A-4803-BB8A-88239CAE29F6}" dt="2025-05-30T01:20:19.672" v="558" actId="554"/>
          <ac:spMkLst>
            <pc:docMk/>
            <pc:sldMk cId="1549508403" sldId="3517"/>
            <ac:spMk id="28" creationId="{7D115068-9C5F-B12A-A2A0-0EC1501E1D8C}"/>
          </ac:spMkLst>
        </pc:spChg>
        <pc:spChg chg="mod ord">
          <ac:chgData name="Kindermann, Filip" userId="7529c165-3a94-4e7c-b4c5-3d6d6602473b" providerId="ADAL" clId="{69881490-C27A-4803-BB8A-88239CAE29F6}" dt="2025-05-30T01:19:53.205" v="554" actId="12789"/>
          <ac:spMkLst>
            <pc:docMk/>
            <pc:sldMk cId="1549508403" sldId="3517"/>
            <ac:spMk id="29" creationId="{5DEE5808-01CF-2FA6-1EE7-5673618539EE}"/>
          </ac:spMkLst>
        </pc:spChg>
        <pc:spChg chg="mod ord">
          <ac:chgData name="Kindermann, Filip" userId="7529c165-3a94-4e7c-b4c5-3d6d6602473b" providerId="ADAL" clId="{69881490-C27A-4803-BB8A-88239CAE29F6}" dt="2025-05-30T01:20:06.112" v="556" actId="554"/>
          <ac:spMkLst>
            <pc:docMk/>
            <pc:sldMk cId="1549508403" sldId="3517"/>
            <ac:spMk id="30" creationId="{D5A4478D-C7FB-95CD-306F-ED3F6BB63A25}"/>
          </ac:spMkLst>
        </pc:spChg>
        <pc:spChg chg="mod ord">
          <ac:chgData name="Kindermann, Filip" userId="7529c165-3a94-4e7c-b4c5-3d6d6602473b" providerId="ADAL" clId="{69881490-C27A-4803-BB8A-88239CAE29F6}" dt="2025-05-30T01:17:16.516" v="506"/>
          <ac:spMkLst>
            <pc:docMk/>
            <pc:sldMk cId="1549508403" sldId="3517"/>
            <ac:spMk id="31" creationId="{A501DC46-131B-287B-8D31-94CD63257245}"/>
          </ac:spMkLst>
        </pc:spChg>
        <pc:spChg chg="add del mod">
          <ac:chgData name="Kindermann, Filip" userId="7529c165-3a94-4e7c-b4c5-3d6d6602473b" providerId="ADAL" clId="{69881490-C27A-4803-BB8A-88239CAE29F6}" dt="2025-05-30T01:26:38.461" v="713" actId="21"/>
          <ac:spMkLst>
            <pc:docMk/>
            <pc:sldMk cId="1549508403" sldId="3517"/>
            <ac:spMk id="33" creationId="{13435AAD-24F0-DDDF-38EC-9D96D8C630F1}"/>
          </ac:spMkLst>
        </pc:spChg>
        <pc:spChg chg="mod ord">
          <ac:chgData name="Kindermann, Filip" userId="7529c165-3a94-4e7c-b4c5-3d6d6602473b" providerId="ADAL" clId="{69881490-C27A-4803-BB8A-88239CAE29F6}" dt="2025-05-30T01:20:19.672" v="558" actId="554"/>
          <ac:spMkLst>
            <pc:docMk/>
            <pc:sldMk cId="1549508403" sldId="3517"/>
            <ac:spMk id="34" creationId="{5E48C7EC-D081-F2ED-B131-86DC3EDF13AB}"/>
          </ac:spMkLst>
        </pc:spChg>
        <pc:spChg chg="mod ord">
          <ac:chgData name="Kindermann, Filip" userId="7529c165-3a94-4e7c-b4c5-3d6d6602473b" providerId="ADAL" clId="{69881490-C27A-4803-BB8A-88239CAE29F6}" dt="2025-05-30T01:17:16.519" v="512"/>
          <ac:spMkLst>
            <pc:docMk/>
            <pc:sldMk cId="1549508403" sldId="3517"/>
            <ac:spMk id="35" creationId="{4801E642-5B32-069E-11A2-8712ACBBFF86}"/>
          </ac:spMkLst>
        </pc:spChg>
        <pc:spChg chg="mod ord">
          <ac:chgData name="Kindermann, Filip" userId="7529c165-3a94-4e7c-b4c5-3d6d6602473b" providerId="ADAL" clId="{69881490-C27A-4803-BB8A-88239CAE29F6}" dt="2025-05-30T01:20:13.048" v="557" actId="554"/>
          <ac:spMkLst>
            <pc:docMk/>
            <pc:sldMk cId="1549508403" sldId="3517"/>
            <ac:spMk id="36" creationId="{31F564A1-BA4C-BD44-E00E-831E86014507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37" creationId="{7A576636-5A8A-C26E-4CD7-58E07CD99E04}"/>
          </ac:spMkLst>
        </pc:spChg>
        <pc:spChg chg="add mod">
          <ac:chgData name="Kindermann, Filip" userId="7529c165-3a94-4e7c-b4c5-3d6d6602473b" providerId="ADAL" clId="{69881490-C27A-4803-BB8A-88239CAE29F6}" dt="2025-05-30T01:26:16.192" v="708" actId="12789"/>
          <ac:spMkLst>
            <pc:docMk/>
            <pc:sldMk cId="1549508403" sldId="3517"/>
            <ac:spMk id="38" creationId="{075524A9-F919-C129-057C-FDBAEE97D79E}"/>
          </ac:spMkLst>
        </pc:spChg>
        <pc:spChg chg="add mod">
          <ac:chgData name="Kindermann, Filip" userId="7529c165-3a94-4e7c-b4c5-3d6d6602473b" providerId="ADAL" clId="{69881490-C27A-4803-BB8A-88239CAE29F6}" dt="2025-05-30T01:27:11.060" v="730" actId="1076"/>
          <ac:spMkLst>
            <pc:docMk/>
            <pc:sldMk cId="1549508403" sldId="3517"/>
            <ac:spMk id="39" creationId="{AE1C22F5-9604-EF74-C6F2-5177EF4FEB0D}"/>
          </ac:spMkLst>
        </pc:spChg>
        <pc:spChg chg="add mod">
          <ac:chgData name="Kindermann, Filip" userId="7529c165-3a94-4e7c-b4c5-3d6d6602473b" providerId="ADAL" clId="{69881490-C27A-4803-BB8A-88239CAE29F6}" dt="2025-05-30T01:26:16.192" v="708" actId="12789"/>
          <ac:spMkLst>
            <pc:docMk/>
            <pc:sldMk cId="1549508403" sldId="3517"/>
            <ac:spMk id="40" creationId="{8C60AEF4-5FEC-1E87-693C-55CFBED8F693}"/>
          </ac:spMkLst>
        </pc:spChg>
        <pc:spChg chg="add mod">
          <ac:chgData name="Kindermann, Filip" userId="7529c165-3a94-4e7c-b4c5-3d6d6602473b" providerId="ADAL" clId="{69881490-C27A-4803-BB8A-88239CAE29F6}" dt="2025-05-30T01:26:19.111" v="710" actId="20577"/>
          <ac:spMkLst>
            <pc:docMk/>
            <pc:sldMk cId="1549508403" sldId="3517"/>
            <ac:spMk id="41" creationId="{ADC2715E-B712-B506-2EF9-87391FF418B2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42" creationId="{13435AAD-24F0-DDDF-38EC-9D96D8C630F1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43" creationId="{AA5FBBAF-8E75-67BC-E4C0-CB6BEEEA4907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44" creationId="{92C017C4-0EFA-7CA3-DA09-719743D8B9D3}"/>
          </ac:spMkLst>
        </pc:spChg>
        <pc:spChg chg="add mod">
          <ac:chgData name="Kindermann, Filip" userId="7529c165-3a94-4e7c-b4c5-3d6d6602473b" providerId="ADAL" clId="{69881490-C27A-4803-BB8A-88239CAE29F6}" dt="2025-05-30T01:28:11.524" v="760" actId="1035"/>
          <ac:spMkLst>
            <pc:docMk/>
            <pc:sldMk cId="1549508403" sldId="3517"/>
            <ac:spMk id="45" creationId="{B1695F70-6B16-739B-B5DF-DE1735E90F9B}"/>
          </ac:spMkLst>
        </pc:spChg>
        <pc:spChg chg="add mod">
          <ac:chgData name="Kindermann, Filip" userId="7529c165-3a94-4e7c-b4c5-3d6d6602473b" providerId="ADAL" clId="{69881490-C27A-4803-BB8A-88239CAE29F6}" dt="2025-05-30T01:28:11.524" v="760" actId="1035"/>
          <ac:spMkLst>
            <pc:docMk/>
            <pc:sldMk cId="1549508403" sldId="3517"/>
            <ac:spMk id="46" creationId="{CE38C23E-F1AA-F505-90D3-409A77278C1E}"/>
          </ac:spMkLst>
        </pc:spChg>
        <pc:spChg chg="add mod">
          <ac:chgData name="Kindermann, Filip" userId="7529c165-3a94-4e7c-b4c5-3d6d6602473b" providerId="ADAL" clId="{69881490-C27A-4803-BB8A-88239CAE29F6}" dt="2025-05-30T01:28:11.524" v="760" actId="1035"/>
          <ac:spMkLst>
            <pc:docMk/>
            <pc:sldMk cId="1549508403" sldId="3517"/>
            <ac:spMk id="47" creationId="{972A2782-DEBF-07C2-1569-FFAC85050C4A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48" creationId="{EEE4CE4B-99C1-D0DF-1CA8-0DB9B28099FE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49" creationId="{BC8030EB-5D13-1446-5576-ED93B26508C4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50" creationId="{CF0CD37B-C0AA-9C97-6EAC-EEDCDBDC10D8}"/>
          </ac:spMkLst>
        </pc:spChg>
        <pc:spChg chg="add mod">
          <ac:chgData name="Kindermann, Filip" userId="7529c165-3a94-4e7c-b4c5-3d6d6602473b" providerId="ADAL" clId="{69881490-C27A-4803-BB8A-88239CAE29F6}" dt="2025-05-30T01:30:37.757" v="791" actId="1035"/>
          <ac:spMkLst>
            <pc:docMk/>
            <pc:sldMk cId="1549508403" sldId="3517"/>
            <ac:spMk id="51" creationId="{1A1CE235-480E-4D6F-4A96-15824281112F}"/>
          </ac:spMkLst>
        </pc:spChg>
        <pc:spChg chg="add mod">
          <ac:chgData name="Kindermann, Filip" userId="7529c165-3a94-4e7c-b4c5-3d6d6602473b" providerId="ADAL" clId="{69881490-C27A-4803-BB8A-88239CAE29F6}" dt="2025-05-30T01:30:37.757" v="791" actId="1035"/>
          <ac:spMkLst>
            <pc:docMk/>
            <pc:sldMk cId="1549508403" sldId="3517"/>
            <ac:spMk id="52" creationId="{5FB6075B-43A1-76BB-EB3E-D92DB97AC2BD}"/>
          </ac:spMkLst>
        </pc:spChg>
        <pc:spChg chg="add mod">
          <ac:chgData name="Kindermann, Filip" userId="7529c165-3a94-4e7c-b4c5-3d6d6602473b" providerId="ADAL" clId="{69881490-C27A-4803-BB8A-88239CAE29F6}" dt="2025-05-30T01:31:38.675" v="802" actId="1076"/>
          <ac:spMkLst>
            <pc:docMk/>
            <pc:sldMk cId="1549508403" sldId="3517"/>
            <ac:spMk id="53" creationId="{0E98E18B-FAF3-2EA8-7D25-6E1ECED75F33}"/>
          </ac:spMkLst>
        </pc:spChg>
        <pc:spChg chg="add del mod">
          <ac:chgData name="Kindermann, Filip" userId="7529c165-3a94-4e7c-b4c5-3d6d6602473b" providerId="ADAL" clId="{69881490-C27A-4803-BB8A-88239CAE29F6}" dt="2025-05-30T01:31:33.770" v="801" actId="1076"/>
          <ac:spMkLst>
            <pc:docMk/>
            <pc:sldMk cId="1549508403" sldId="3517"/>
            <ac:spMk id="54" creationId="{013059AF-E7E5-FC35-77BB-D886BBA48A93}"/>
          </ac:spMkLst>
        </pc:spChg>
        <pc:spChg chg="add mod">
          <ac:chgData name="Kindermann, Filip" userId="7529c165-3a94-4e7c-b4c5-3d6d6602473b" providerId="ADAL" clId="{69881490-C27A-4803-BB8A-88239CAE29F6}" dt="2025-05-30T01:31:08.921" v="794" actId="1076"/>
          <ac:spMkLst>
            <pc:docMk/>
            <pc:sldMk cId="1549508403" sldId="3517"/>
            <ac:spMk id="55" creationId="{88FF6130-BF83-3C10-C914-17F429A31198}"/>
          </ac:spMkLst>
        </pc:spChg>
        <pc:spChg chg="add mod">
          <ac:chgData name="Kindermann, Filip" userId="7529c165-3a94-4e7c-b4c5-3d6d6602473b" providerId="ADAL" clId="{69881490-C27A-4803-BB8A-88239CAE29F6}" dt="2025-05-30T01:39:05.258" v="980" actId="34135"/>
          <ac:spMkLst>
            <pc:docMk/>
            <pc:sldMk cId="1549508403" sldId="3517"/>
            <ac:spMk id="56" creationId="{59001A16-ED54-57CC-815F-63B31E68DA76}"/>
          </ac:spMkLst>
        </pc:spChg>
        <pc:spChg chg="add mod">
          <ac:chgData name="Kindermann, Filip" userId="7529c165-3a94-4e7c-b4c5-3d6d6602473b" providerId="ADAL" clId="{69881490-C27A-4803-BB8A-88239CAE29F6}" dt="2025-05-30T01:32:03.693" v="818" actId="20577"/>
          <ac:spMkLst>
            <pc:docMk/>
            <pc:sldMk cId="1549508403" sldId="3517"/>
            <ac:spMk id="57" creationId="{8F012F61-AA82-333C-2DCA-C328399831A6}"/>
          </ac:spMkLst>
        </pc:spChg>
        <pc:spChg chg="add del mod">
          <ac:chgData name="Kindermann, Filip" userId="7529c165-3a94-4e7c-b4c5-3d6d6602473b" providerId="ADAL" clId="{69881490-C27A-4803-BB8A-88239CAE29F6}" dt="2025-05-30T01:32:39.731" v="821" actId="21"/>
          <ac:spMkLst>
            <pc:docMk/>
            <pc:sldMk cId="1549508403" sldId="3517"/>
            <ac:spMk id="58" creationId="{3C72658F-56ED-48A1-680E-04B263CCAC4D}"/>
          </ac:spMkLst>
        </pc:spChg>
        <pc:spChg chg="add del mod">
          <ac:chgData name="Kindermann, Filip" userId="7529c165-3a94-4e7c-b4c5-3d6d6602473b" providerId="ADAL" clId="{69881490-C27A-4803-BB8A-88239CAE29F6}" dt="2025-05-30T01:33:18.203" v="829" actId="21"/>
          <ac:spMkLst>
            <pc:docMk/>
            <pc:sldMk cId="1549508403" sldId="3517"/>
            <ac:spMk id="59" creationId="{3C72658F-56ED-48A1-680E-04B263CCAC4D}"/>
          </ac:spMkLst>
        </pc:spChg>
        <pc:spChg chg="add del mod">
          <ac:chgData name="Kindermann, Filip" userId="7529c165-3a94-4e7c-b4c5-3d6d6602473b" providerId="ADAL" clId="{69881490-C27A-4803-BB8A-88239CAE29F6}" dt="2025-05-30T01:35:01.802" v="903" actId="478"/>
          <ac:spMkLst>
            <pc:docMk/>
            <pc:sldMk cId="1549508403" sldId="3517"/>
            <ac:spMk id="60" creationId="{211104BA-28DC-12F5-A3CF-F314AE54997C}"/>
          </ac:spMkLst>
        </pc:spChg>
        <pc:spChg chg="add mod">
          <ac:chgData name="Kindermann, Filip" userId="7529c165-3a94-4e7c-b4c5-3d6d6602473b" providerId="ADAL" clId="{69881490-C27A-4803-BB8A-88239CAE29F6}" dt="2025-05-30T02:12:18.301" v="1211" actId="34135"/>
          <ac:spMkLst>
            <pc:docMk/>
            <pc:sldMk cId="1549508403" sldId="3517"/>
            <ac:spMk id="61" creationId="{3C72658F-56ED-48A1-680E-04B263CCAC4D}"/>
          </ac:spMkLst>
        </pc:spChg>
        <pc:spChg chg="add mod">
          <ac:chgData name="Kindermann, Filip" userId="7529c165-3a94-4e7c-b4c5-3d6d6602473b" providerId="ADAL" clId="{69881490-C27A-4803-BB8A-88239CAE29F6}" dt="2025-05-30T01:34:21.496" v="897" actId="1076"/>
          <ac:spMkLst>
            <pc:docMk/>
            <pc:sldMk cId="1549508403" sldId="3517"/>
            <ac:spMk id="62" creationId="{5DEC5AC0-0C23-66FC-149D-008865987D03}"/>
          </ac:spMkLst>
        </pc:spChg>
        <pc:spChg chg="add mod">
          <ac:chgData name="Kindermann, Filip" userId="7529c165-3a94-4e7c-b4c5-3d6d6602473b" providerId="ADAL" clId="{69881490-C27A-4803-BB8A-88239CAE29F6}" dt="2025-05-30T02:11:57.165" v="1207" actId="34135"/>
          <ac:spMkLst>
            <pc:docMk/>
            <pc:sldMk cId="1549508403" sldId="3517"/>
            <ac:spMk id="63" creationId="{43D2678C-8800-5DF7-FAEA-E71C85AB54BE}"/>
          </ac:spMkLst>
        </pc:spChg>
        <pc:graphicFrameChg chg="add mod ord modVis">
          <ac:chgData name="Kindermann, Filip" userId="7529c165-3a94-4e7c-b4c5-3d6d6602473b" providerId="ADAL" clId="{69881490-C27A-4803-BB8A-88239CAE29F6}" dt="2025-05-30T01:17:16.553" v="534"/>
          <ac:graphicFrameMkLst>
            <pc:docMk/>
            <pc:sldMk cId="1549508403" sldId="3517"/>
            <ac:graphicFrameMk id="8" creationId="{234C459E-0678-B659-73D8-AED6670D2016}"/>
          </ac:graphicFrameMkLst>
        </pc:graphicFrameChg>
        <pc:picChg chg="mod ord">
          <ac:chgData name="Kindermann, Filip" userId="7529c165-3a94-4e7c-b4c5-3d6d6602473b" providerId="ADAL" clId="{69881490-C27A-4803-BB8A-88239CAE29F6}" dt="2025-05-30T01:27:52.483" v="737" actId="1076"/>
          <ac:picMkLst>
            <pc:docMk/>
            <pc:sldMk cId="1549508403" sldId="3517"/>
            <ac:picMk id="7" creationId="{7FA5C606-791D-0355-F3BF-59718290048F}"/>
          </ac:picMkLst>
        </pc:picChg>
        <pc:picChg chg="mod ord">
          <ac:chgData name="Kindermann, Filip" userId="7529c165-3a94-4e7c-b4c5-3d6d6602473b" providerId="ADAL" clId="{69881490-C27A-4803-BB8A-88239CAE29F6}" dt="2025-05-30T01:36:21.851" v="920" actId="1076"/>
          <ac:picMkLst>
            <pc:docMk/>
            <pc:sldMk cId="1549508403" sldId="3517"/>
            <ac:picMk id="9" creationId="{03E5666B-3CB7-2A55-D8D1-99A73B5271C5}"/>
          </ac:picMkLst>
        </pc:picChg>
        <pc:picChg chg="add mod">
          <ac:chgData name="Kindermann, Filip" userId="7529c165-3a94-4e7c-b4c5-3d6d6602473b" providerId="ADAL" clId="{69881490-C27A-4803-BB8A-88239CAE29F6}" dt="2025-05-30T01:38:15.910" v="973" actId="552"/>
          <ac:picMkLst>
            <pc:docMk/>
            <pc:sldMk cId="1549508403" sldId="3517"/>
            <ac:picMk id="65" creationId="{EA04BBC6-A9BD-4137-1323-30533F3DC945}"/>
          </ac:picMkLst>
        </pc:picChg>
        <pc:picChg chg="add mod">
          <ac:chgData name="Kindermann, Filip" userId="7529c165-3a94-4e7c-b4c5-3d6d6602473b" providerId="ADAL" clId="{69881490-C27A-4803-BB8A-88239CAE29F6}" dt="2025-05-30T01:38:34.887" v="979" actId="1035"/>
          <ac:picMkLst>
            <pc:docMk/>
            <pc:sldMk cId="1549508403" sldId="3517"/>
            <ac:picMk id="67" creationId="{385796DA-0704-A77A-AF41-5E1364D7A498}"/>
          </ac:picMkLst>
        </pc:picChg>
        <pc:cxnChg chg="mod ord">
          <ac:chgData name="Kindermann, Filip" userId="7529c165-3a94-4e7c-b4c5-3d6d6602473b" providerId="ADAL" clId="{69881490-C27A-4803-BB8A-88239CAE29F6}" dt="2025-05-30T01:17:16.500" v="474"/>
          <ac:cxnSpMkLst>
            <pc:docMk/>
            <pc:sldMk cId="1549508403" sldId="3517"/>
            <ac:cxnSpMk id="10" creationId="{9B33211F-3B53-3E0C-4DFD-FF9C12C74097}"/>
          </ac:cxnSpMkLst>
        </pc:cxnChg>
        <pc:cxnChg chg="mod ord">
          <ac:chgData name="Kindermann, Filip" userId="7529c165-3a94-4e7c-b4c5-3d6d6602473b" providerId="ADAL" clId="{69881490-C27A-4803-BB8A-88239CAE29F6}" dt="2025-05-30T01:17:16.503" v="480"/>
          <ac:cxnSpMkLst>
            <pc:docMk/>
            <pc:sldMk cId="1549508403" sldId="3517"/>
            <ac:cxnSpMk id="14" creationId="{5FF5B185-D263-7AB7-A5E5-C1A93C0B5B9F}"/>
          </ac:cxnSpMkLst>
        </pc:cxnChg>
        <pc:cxnChg chg="mod ord">
          <ac:chgData name="Kindermann, Filip" userId="7529c165-3a94-4e7c-b4c5-3d6d6602473b" providerId="ADAL" clId="{69881490-C27A-4803-BB8A-88239CAE29F6}" dt="2025-05-30T01:17:16.509" v="492"/>
          <ac:cxnSpMkLst>
            <pc:docMk/>
            <pc:sldMk cId="1549508403" sldId="3517"/>
            <ac:cxnSpMk id="22" creationId="{7136C4A8-AABB-FFDD-0B74-753F35646B2B}"/>
          </ac:cxnSpMkLst>
        </pc:cxnChg>
        <pc:cxnChg chg="mod ord">
          <ac:chgData name="Kindermann, Filip" userId="7529c165-3a94-4e7c-b4c5-3d6d6602473b" providerId="ADAL" clId="{69881490-C27A-4803-BB8A-88239CAE29F6}" dt="2025-05-30T01:17:16.516" v="508"/>
          <ac:cxnSpMkLst>
            <pc:docMk/>
            <pc:sldMk cId="1549508403" sldId="3517"/>
            <ac:cxnSpMk id="32" creationId="{1549042D-B905-E0AB-49E2-1074D981A847}"/>
          </ac:cxnSpMkLst>
        </pc:cxnChg>
      </pc:sldChg>
      <pc:sldChg chg="addSp delSp modSp add mod">
        <pc:chgData name="Kindermann, Filip" userId="7529c165-3a94-4e7c-b4c5-3d6d6602473b" providerId="ADAL" clId="{69881490-C27A-4803-BB8A-88239CAE29F6}" dt="2025-05-30T02:37:05.305" v="1801" actId="12"/>
        <pc:sldMkLst>
          <pc:docMk/>
          <pc:sldMk cId="2591337457" sldId="3518"/>
        </pc:sldMkLst>
        <pc:spChg chg="mod ord">
          <ac:chgData name="Kindermann, Filip" userId="7529c165-3a94-4e7c-b4c5-3d6d6602473b" providerId="ADAL" clId="{69881490-C27A-4803-BB8A-88239CAE29F6}" dt="2025-05-30T02:32:00.501" v="1666"/>
          <ac:spMkLst>
            <pc:docMk/>
            <pc:sldMk cId="2591337457" sldId="3518"/>
            <ac:spMk id="2" creationId="{1CF4ACEB-01C3-B2C7-48CF-63C456CF8BAB}"/>
          </ac:spMkLst>
        </pc:spChg>
        <pc:spChg chg="mod ord">
          <ac:chgData name="Kindermann, Filip" userId="7529c165-3a94-4e7c-b4c5-3d6d6602473b" providerId="ADAL" clId="{69881490-C27A-4803-BB8A-88239CAE29F6}" dt="2025-05-30T02:32:00.501" v="1664"/>
          <ac:spMkLst>
            <pc:docMk/>
            <pc:sldMk cId="2591337457" sldId="3518"/>
            <ac:spMk id="3" creationId="{137BDFF4-E99D-0D7B-00FD-DC7BB2A0AFDA}"/>
          </ac:spMkLst>
        </pc:spChg>
        <pc:spChg chg="mod ord">
          <ac:chgData name="Kindermann, Filip" userId="7529c165-3a94-4e7c-b4c5-3d6d6602473b" providerId="ADAL" clId="{69881490-C27A-4803-BB8A-88239CAE29F6}" dt="2025-05-30T02:32:00.501" v="1684"/>
          <ac:spMkLst>
            <pc:docMk/>
            <pc:sldMk cId="2591337457" sldId="3518"/>
            <ac:spMk id="4" creationId="{275DA740-A07C-363A-9D89-3D85644ACDE6}"/>
          </ac:spMkLst>
        </pc:spChg>
        <pc:spChg chg="del">
          <ac:chgData name="Kindermann, Filip" userId="7529c165-3a94-4e7c-b4c5-3d6d6602473b" providerId="ADAL" clId="{69881490-C27A-4803-BB8A-88239CAE29F6}" dt="2025-05-30T02:23:53.670" v="1563" actId="478"/>
          <ac:spMkLst>
            <pc:docMk/>
            <pc:sldMk cId="2591337457" sldId="3518"/>
            <ac:spMk id="7" creationId="{28329228-EB4E-93B3-204A-3E9CE878800D}"/>
          </ac:spMkLst>
        </pc:spChg>
        <pc:spChg chg="del">
          <ac:chgData name="Kindermann, Filip" userId="7529c165-3a94-4e7c-b4c5-3d6d6602473b" providerId="ADAL" clId="{69881490-C27A-4803-BB8A-88239CAE29F6}" dt="2025-05-30T02:23:56.660" v="1564" actId="478"/>
          <ac:spMkLst>
            <pc:docMk/>
            <pc:sldMk cId="2591337457" sldId="3518"/>
            <ac:spMk id="8" creationId="{E77D3547-D380-F5D9-14DC-2AA0F2B9746B}"/>
          </ac:spMkLst>
        </pc:spChg>
        <pc:spChg chg="mod ord">
          <ac:chgData name="Kindermann, Filip" userId="7529c165-3a94-4e7c-b4c5-3d6d6602473b" providerId="ADAL" clId="{69881490-C27A-4803-BB8A-88239CAE29F6}" dt="2025-05-30T02:32:00.501" v="1686"/>
          <ac:spMkLst>
            <pc:docMk/>
            <pc:sldMk cId="2591337457" sldId="3518"/>
            <ac:spMk id="9" creationId="{3DB6AB4C-96D8-67F9-9CD7-26B0017AE970}"/>
          </ac:spMkLst>
        </pc:spChg>
        <pc:spChg chg="mod ord">
          <ac:chgData name="Kindermann, Filip" userId="7529c165-3a94-4e7c-b4c5-3d6d6602473b" providerId="ADAL" clId="{69881490-C27A-4803-BB8A-88239CAE29F6}" dt="2025-05-30T02:36:50.537" v="1798" actId="15"/>
          <ac:spMkLst>
            <pc:docMk/>
            <pc:sldMk cId="2591337457" sldId="3518"/>
            <ac:spMk id="10" creationId="{BA39903A-C0A2-BFF6-2465-4BE411A05EAA}"/>
          </ac:spMkLst>
        </pc:spChg>
        <pc:spChg chg="mod ord">
          <ac:chgData name="Kindermann, Filip" userId="7529c165-3a94-4e7c-b4c5-3d6d6602473b" providerId="ADAL" clId="{69881490-C27A-4803-BB8A-88239CAE29F6}" dt="2025-05-30T02:32:00.517" v="1688"/>
          <ac:spMkLst>
            <pc:docMk/>
            <pc:sldMk cId="2591337457" sldId="3518"/>
            <ac:spMk id="11" creationId="{97165320-8DC8-5666-757C-20DA85E4977B}"/>
          </ac:spMkLst>
        </pc:spChg>
        <pc:spChg chg="mod ord">
          <ac:chgData name="Kindermann, Filip" userId="7529c165-3a94-4e7c-b4c5-3d6d6602473b" providerId="ADAL" clId="{69881490-C27A-4803-BB8A-88239CAE29F6}" dt="2025-05-30T02:37:00.781" v="1800" actId="15"/>
          <ac:spMkLst>
            <pc:docMk/>
            <pc:sldMk cId="2591337457" sldId="3518"/>
            <ac:spMk id="12" creationId="{0D39F6C1-7A22-5EF1-9C41-1960E185C49A}"/>
          </ac:spMkLst>
        </pc:spChg>
        <pc:spChg chg="del mod">
          <ac:chgData name="Kindermann, Filip" userId="7529c165-3a94-4e7c-b4c5-3d6d6602473b" providerId="ADAL" clId="{69881490-C27A-4803-BB8A-88239CAE29F6}" dt="2025-05-30T02:24:07.293" v="1567" actId="478"/>
          <ac:spMkLst>
            <pc:docMk/>
            <pc:sldMk cId="2591337457" sldId="3518"/>
            <ac:spMk id="13" creationId="{CC2D7BDF-0E1A-7987-D434-9CEB40ECF3CB}"/>
          </ac:spMkLst>
        </pc:spChg>
        <pc:spChg chg="mod ord">
          <ac:chgData name="Kindermann, Filip" userId="7529c165-3a94-4e7c-b4c5-3d6d6602473b" providerId="ADAL" clId="{69881490-C27A-4803-BB8A-88239CAE29F6}" dt="2025-05-30T02:37:05.305" v="1801" actId="12"/>
          <ac:spMkLst>
            <pc:docMk/>
            <pc:sldMk cId="2591337457" sldId="3518"/>
            <ac:spMk id="14" creationId="{48BC5EA1-F35F-A6DC-7409-25325EA1078B}"/>
          </ac:spMkLst>
        </pc:spChg>
        <pc:spChg chg="mod ord">
          <ac:chgData name="Kindermann, Filip" userId="7529c165-3a94-4e7c-b4c5-3d6d6602473b" providerId="ADAL" clId="{69881490-C27A-4803-BB8A-88239CAE29F6}" dt="2025-05-30T02:32:00.517" v="1690"/>
          <ac:spMkLst>
            <pc:docMk/>
            <pc:sldMk cId="2591337457" sldId="3518"/>
            <ac:spMk id="15" creationId="{F4DC65A1-8973-D4D2-2842-5277D281D93F}"/>
          </ac:spMkLst>
        </pc:spChg>
        <pc:spChg chg="mod ord">
          <ac:chgData name="Kindermann, Filip" userId="7529c165-3a94-4e7c-b4c5-3d6d6602473b" providerId="ADAL" clId="{69881490-C27A-4803-BB8A-88239CAE29F6}" dt="2025-05-30T02:32:00.517" v="1692"/>
          <ac:spMkLst>
            <pc:docMk/>
            <pc:sldMk cId="2591337457" sldId="3518"/>
            <ac:spMk id="16" creationId="{435A3B1D-5447-9343-4BF5-61CA319802DC}"/>
          </ac:spMkLst>
        </pc:spChg>
        <pc:spChg chg="mod ord">
          <ac:chgData name="Kindermann, Filip" userId="7529c165-3a94-4e7c-b4c5-3d6d6602473b" providerId="ADAL" clId="{69881490-C27A-4803-BB8A-88239CAE29F6}" dt="2025-05-30T02:32:00.517" v="1694"/>
          <ac:spMkLst>
            <pc:docMk/>
            <pc:sldMk cId="2591337457" sldId="3518"/>
            <ac:spMk id="17" creationId="{76881740-2C23-E400-3D7B-44E9F17FF489}"/>
          </ac:spMkLst>
        </pc:spChg>
        <pc:spChg chg="add mod ord">
          <ac:chgData name="Kindermann, Filip" userId="7529c165-3a94-4e7c-b4c5-3d6d6602473b" providerId="ADAL" clId="{69881490-C27A-4803-BB8A-88239CAE29F6}" dt="2025-05-30T02:33:14.080" v="1728" actId="207"/>
          <ac:spMkLst>
            <pc:docMk/>
            <pc:sldMk cId="2591337457" sldId="3518"/>
            <ac:spMk id="18" creationId="{152E638F-FFFC-D04D-1E4B-7F7115C29592}"/>
          </ac:spMkLst>
        </pc:spChg>
        <pc:spChg chg="add del mod">
          <ac:chgData name="Kindermann, Filip" userId="7529c165-3a94-4e7c-b4c5-3d6d6602473b" providerId="ADAL" clId="{69881490-C27A-4803-BB8A-88239CAE29F6}" dt="2025-05-30T02:24:42.797" v="1573" actId="478"/>
          <ac:spMkLst>
            <pc:docMk/>
            <pc:sldMk cId="2591337457" sldId="3518"/>
            <ac:spMk id="20" creationId="{51E3B4FF-3AE1-7070-1BF0-47FD9D398CB3}"/>
          </ac:spMkLst>
        </pc:spChg>
        <pc:spChg chg="add mod ord">
          <ac:chgData name="Kindermann, Filip" userId="7529c165-3a94-4e7c-b4c5-3d6d6602473b" providerId="ADAL" clId="{69881490-C27A-4803-BB8A-88239CAE29F6}" dt="2025-05-30T02:34:44.018" v="1763" actId="207"/>
          <ac:spMkLst>
            <pc:docMk/>
            <pc:sldMk cId="2591337457" sldId="3518"/>
            <ac:spMk id="22" creationId="{3C4EE458-BC19-68CB-2031-EA3EEC2FB023}"/>
          </ac:spMkLst>
        </pc:spChg>
        <pc:spChg chg="add mod ord">
          <ac:chgData name="Kindermann, Filip" userId="7529c165-3a94-4e7c-b4c5-3d6d6602473b" providerId="ADAL" clId="{69881490-C27A-4803-BB8A-88239CAE29F6}" dt="2025-05-30T02:34:12.490" v="1753" actId="207"/>
          <ac:spMkLst>
            <pc:docMk/>
            <pc:sldMk cId="2591337457" sldId="3518"/>
            <ac:spMk id="25" creationId="{DDB0621C-8D05-EB02-1D4C-A05F0BD01229}"/>
          </ac:spMkLst>
        </pc:spChg>
        <pc:spChg chg="add mod ord">
          <ac:chgData name="Kindermann, Filip" userId="7529c165-3a94-4e7c-b4c5-3d6d6602473b" providerId="ADAL" clId="{69881490-C27A-4803-BB8A-88239CAE29F6}" dt="2025-05-30T02:32:00.517" v="1696"/>
          <ac:spMkLst>
            <pc:docMk/>
            <pc:sldMk cId="2591337457" sldId="3518"/>
            <ac:spMk id="26" creationId="{899DAE42-E2C4-AD8E-7366-A50202D1A3F1}"/>
          </ac:spMkLst>
        </pc:spChg>
        <pc:spChg chg="add del mod ord">
          <ac:chgData name="Kindermann, Filip" userId="7529c165-3a94-4e7c-b4c5-3d6d6602473b" providerId="ADAL" clId="{69881490-C27A-4803-BB8A-88239CAE29F6}" dt="2025-05-30T02:32:00.517" v="1698"/>
          <ac:spMkLst>
            <pc:docMk/>
            <pc:sldMk cId="2591337457" sldId="3518"/>
            <ac:spMk id="27" creationId="{31930294-92C8-30F4-60D9-44F0054535A6}"/>
          </ac:spMkLst>
        </pc:spChg>
        <pc:spChg chg="mod ord">
          <ac:chgData name="Kindermann, Filip" userId="7529c165-3a94-4e7c-b4c5-3d6d6602473b" providerId="ADAL" clId="{69881490-C27A-4803-BB8A-88239CAE29F6}" dt="2025-05-30T02:36:03.123" v="1781" actId="123"/>
          <ac:spMkLst>
            <pc:docMk/>
            <pc:sldMk cId="2591337457" sldId="3518"/>
            <ac:spMk id="28" creationId="{364AC361-81E6-BA5E-978B-A9278C187717}"/>
          </ac:spMkLst>
        </pc:spChg>
        <pc:spChg chg="mod ord">
          <ac:chgData name="Kindermann, Filip" userId="7529c165-3a94-4e7c-b4c5-3d6d6602473b" providerId="ADAL" clId="{69881490-C27A-4803-BB8A-88239CAE29F6}" dt="2025-05-30T02:36:05.632" v="1782" actId="123"/>
          <ac:spMkLst>
            <pc:docMk/>
            <pc:sldMk cId="2591337457" sldId="3518"/>
            <ac:spMk id="29" creationId="{75F418BE-AB87-91BB-E59B-FB433D499790}"/>
          </ac:spMkLst>
        </pc:spChg>
        <pc:spChg chg="mod ord">
          <ac:chgData name="Kindermann, Filip" userId="7529c165-3a94-4e7c-b4c5-3d6d6602473b" providerId="ADAL" clId="{69881490-C27A-4803-BB8A-88239CAE29F6}" dt="2025-05-30T02:36:18.349" v="1787" actId="6549"/>
          <ac:spMkLst>
            <pc:docMk/>
            <pc:sldMk cId="2591337457" sldId="3518"/>
            <ac:spMk id="30" creationId="{ABD22778-D527-84EE-7F0E-A0FBB1C2E430}"/>
          </ac:spMkLst>
        </pc:spChg>
        <pc:spChg chg="add mod ord">
          <ac:chgData name="Kindermann, Filip" userId="7529c165-3a94-4e7c-b4c5-3d6d6602473b" providerId="ADAL" clId="{69881490-C27A-4803-BB8A-88239CAE29F6}" dt="2025-05-30T02:32:00.517" v="1700"/>
          <ac:spMkLst>
            <pc:docMk/>
            <pc:sldMk cId="2591337457" sldId="3518"/>
            <ac:spMk id="31" creationId="{988E8570-401F-83D5-8F88-12758DBDDEA2}"/>
          </ac:spMkLst>
        </pc:spChg>
        <pc:graphicFrameChg chg="add mod ord modVis">
          <ac:chgData name="Kindermann, Filip" userId="7529c165-3a94-4e7c-b4c5-3d6d6602473b" providerId="ADAL" clId="{69881490-C27A-4803-BB8A-88239CAE29F6}" dt="2025-05-30T02:32:00.538" v="1714"/>
          <ac:graphicFrameMkLst>
            <pc:docMk/>
            <pc:sldMk cId="2591337457" sldId="3518"/>
            <ac:graphicFrameMk id="32" creationId="{F58DBEEC-69AA-02A6-FAE3-684D9E960A54}"/>
          </ac:graphicFrameMkLst>
        </pc:graphicFrameChg>
        <pc:picChg chg="mod ord">
          <ac:chgData name="Kindermann, Filip" userId="7529c165-3a94-4e7c-b4c5-3d6d6602473b" providerId="ADAL" clId="{69881490-C27A-4803-BB8A-88239CAE29F6}" dt="2025-05-30T02:32:00.501" v="1662"/>
          <ac:picMkLst>
            <pc:docMk/>
            <pc:sldMk cId="2591337457" sldId="3518"/>
            <ac:picMk id="19" creationId="{E37E5AD1-3A52-950C-76EC-A626D9D972EF}"/>
          </ac:picMkLst>
        </pc:picChg>
        <pc:picChg chg="mod ord">
          <ac:chgData name="Kindermann, Filip" userId="7529c165-3a94-4e7c-b4c5-3d6d6602473b" providerId="ADAL" clId="{69881490-C27A-4803-BB8A-88239CAE29F6}" dt="2025-05-30T02:32:00.494" v="1660"/>
          <ac:picMkLst>
            <pc:docMk/>
            <pc:sldMk cId="2591337457" sldId="3518"/>
            <ac:picMk id="21" creationId="{0A7A977F-E216-A23E-F77B-5380ADAF2CE7}"/>
          </ac:picMkLst>
        </pc:picChg>
        <pc:picChg chg="mod ord">
          <ac:chgData name="Kindermann, Filip" userId="7529c165-3a94-4e7c-b4c5-3d6d6602473b" providerId="ADAL" clId="{69881490-C27A-4803-BB8A-88239CAE29F6}" dt="2025-05-30T02:32:00.494" v="1658"/>
          <ac:picMkLst>
            <pc:docMk/>
            <pc:sldMk cId="2591337457" sldId="3518"/>
            <ac:picMk id="24" creationId="{F43A979B-3CC6-76CE-7CB1-60263BA13419}"/>
          </ac:picMkLst>
        </pc:picChg>
        <pc:cxnChg chg="mod ord">
          <ac:chgData name="Kindermann, Filip" userId="7529c165-3a94-4e7c-b4c5-3d6d6602473b" providerId="ADAL" clId="{69881490-C27A-4803-BB8A-88239CAE29F6}" dt="2025-05-30T02:32:00.501" v="1674"/>
          <ac:cxnSpMkLst>
            <pc:docMk/>
            <pc:sldMk cId="2591337457" sldId="3518"/>
            <ac:cxnSpMk id="5" creationId="{BD6A58C0-5FB7-82CE-295B-4D9E4ABBBDCB}"/>
          </ac:cxnSpMkLst>
        </pc:cxnChg>
        <pc:cxnChg chg="mod ord">
          <ac:chgData name="Kindermann, Filip" userId="7529c165-3a94-4e7c-b4c5-3d6d6602473b" providerId="ADAL" clId="{69881490-C27A-4803-BB8A-88239CAE29F6}" dt="2025-05-30T02:32:00.501" v="1676"/>
          <ac:cxnSpMkLst>
            <pc:docMk/>
            <pc:sldMk cId="2591337457" sldId="3518"/>
            <ac:cxnSpMk id="6" creationId="{001626E6-3BE6-AC3F-26EE-453D10625212}"/>
          </ac:cxnSpMkLst>
        </pc:cxnChg>
      </pc:sldChg>
      <pc:sldChg chg="addSp delSp modSp add del mod">
        <pc:chgData name="Kindermann, Filip" userId="7529c165-3a94-4e7c-b4c5-3d6d6602473b" providerId="ADAL" clId="{69881490-C27A-4803-BB8A-88239CAE29F6}" dt="2025-05-30T02:22:39.208" v="1556" actId="47"/>
        <pc:sldMkLst>
          <pc:docMk/>
          <pc:sldMk cId="4267372175" sldId="3518"/>
        </pc:sldMkLst>
        <pc:spChg chg="mod ord">
          <ac:chgData name="Kindermann, Filip" userId="7529c165-3a94-4e7c-b4c5-3d6d6602473b" providerId="ADAL" clId="{69881490-C27A-4803-BB8A-88239CAE29F6}" dt="2025-05-30T02:22:15.325" v="1531"/>
          <ac:spMkLst>
            <pc:docMk/>
            <pc:sldMk cId="4267372175" sldId="3518"/>
            <ac:spMk id="2" creationId="{100FB7BA-214C-A0AC-3D5F-DA6867BB1ABE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3" creationId="{5359962D-1B14-04BC-1B16-3FBFEB0E6AA5}"/>
          </ac:spMkLst>
        </pc:spChg>
        <pc:spChg chg="mod ord">
          <ac:chgData name="Kindermann, Filip" userId="7529c165-3a94-4e7c-b4c5-3d6d6602473b" providerId="ADAL" clId="{69881490-C27A-4803-BB8A-88239CAE29F6}" dt="2025-05-30T02:22:15.325" v="1532"/>
          <ac:spMkLst>
            <pc:docMk/>
            <pc:sldMk cId="4267372175" sldId="3518"/>
            <ac:spMk id="4" creationId="{90327C7A-025C-9475-7F71-DC280774545B}"/>
          </ac:spMkLst>
        </pc:spChg>
        <pc:spChg chg="mod ord">
          <ac:chgData name="Kindermann, Filip" userId="7529c165-3a94-4e7c-b4c5-3d6d6602473b" providerId="ADAL" clId="{69881490-C27A-4803-BB8A-88239CAE29F6}" dt="2025-05-30T02:22:15.325" v="1528"/>
          <ac:spMkLst>
            <pc:docMk/>
            <pc:sldMk cId="4267372175" sldId="3518"/>
            <ac:spMk id="6" creationId="{CE94AF24-D303-3C9E-526E-DCF62F279FC7}"/>
          </ac:spMkLst>
        </pc:spChg>
        <pc:spChg chg="mod ord">
          <ac:chgData name="Kindermann, Filip" userId="7529c165-3a94-4e7c-b4c5-3d6d6602473b" providerId="ADAL" clId="{69881490-C27A-4803-BB8A-88239CAE29F6}" dt="2025-05-30T02:22:15.325" v="1527"/>
          <ac:spMkLst>
            <pc:docMk/>
            <pc:sldMk cId="4267372175" sldId="3518"/>
            <ac:spMk id="7" creationId="{FB5C787A-F75A-3EFE-C9DB-459923671755}"/>
          </ac:spMkLst>
        </pc:spChg>
        <pc:spChg chg="add del mod ord">
          <ac:chgData name="Kindermann, Filip" userId="7529c165-3a94-4e7c-b4c5-3d6d6602473b" providerId="ADAL" clId="{69881490-C27A-4803-BB8A-88239CAE29F6}" dt="2025-05-30T02:22:33.116" v="1555" actId="478"/>
          <ac:spMkLst>
            <pc:docMk/>
            <pc:sldMk cId="4267372175" sldId="3518"/>
            <ac:spMk id="8" creationId="{C52D186F-16FB-3E0F-6014-571E6CEEA117}"/>
          </ac:spMkLst>
        </pc:spChg>
        <pc:spChg chg="mod ord">
          <ac:chgData name="Kindermann, Filip" userId="7529c165-3a94-4e7c-b4c5-3d6d6602473b" providerId="ADAL" clId="{69881490-C27A-4803-BB8A-88239CAE29F6}" dt="2025-05-30T02:22:15.325" v="1508"/>
          <ac:spMkLst>
            <pc:docMk/>
            <pc:sldMk cId="4267372175" sldId="3518"/>
            <ac:spMk id="11" creationId="{86CA0540-2EC5-8717-7737-19D01045D00B}"/>
          </ac:spMkLst>
        </pc:spChg>
        <pc:spChg chg="mod ord">
          <ac:chgData name="Kindermann, Filip" userId="7529c165-3a94-4e7c-b4c5-3d6d6602473b" providerId="ADAL" clId="{69881490-C27A-4803-BB8A-88239CAE29F6}" dt="2025-05-30T02:22:15.325" v="1524"/>
          <ac:spMkLst>
            <pc:docMk/>
            <pc:sldMk cId="4267372175" sldId="3518"/>
            <ac:spMk id="12" creationId="{CF72FAF8-0BA3-17F5-E7C3-57C2E6CD26EC}"/>
          </ac:spMkLst>
        </pc:spChg>
        <pc:spChg chg="add del mod ord">
          <ac:chgData name="Kindermann, Filip" userId="7529c165-3a94-4e7c-b4c5-3d6d6602473b" providerId="ADAL" clId="{69881490-C27A-4803-BB8A-88239CAE29F6}" dt="2025-05-30T02:22:33.116" v="1555" actId="478"/>
          <ac:spMkLst>
            <pc:docMk/>
            <pc:sldMk cId="4267372175" sldId="3518"/>
            <ac:spMk id="13" creationId="{F3F19BC1-008B-5E8D-FE83-8957C33B48BA}"/>
          </ac:spMkLst>
        </pc:spChg>
        <pc:spChg chg="mod ord">
          <ac:chgData name="Kindermann, Filip" userId="7529c165-3a94-4e7c-b4c5-3d6d6602473b" providerId="ADAL" clId="{69881490-C27A-4803-BB8A-88239CAE29F6}" dt="2025-05-30T02:22:15.325" v="1523"/>
          <ac:spMkLst>
            <pc:docMk/>
            <pc:sldMk cId="4267372175" sldId="3518"/>
            <ac:spMk id="14" creationId="{B5BB2142-0AFC-2C97-AA46-1AACA360FF73}"/>
          </ac:spMkLst>
        </pc:spChg>
        <pc:spChg chg="mod ord">
          <ac:chgData name="Kindermann, Filip" userId="7529c165-3a94-4e7c-b4c5-3d6d6602473b" providerId="ADAL" clId="{69881490-C27A-4803-BB8A-88239CAE29F6}" dt="2025-05-30T02:22:15.325" v="1522"/>
          <ac:spMkLst>
            <pc:docMk/>
            <pc:sldMk cId="4267372175" sldId="3518"/>
            <ac:spMk id="15" creationId="{B25026A7-9E51-F76B-832D-B3231B386650}"/>
          </ac:spMkLst>
        </pc:spChg>
        <pc:spChg chg="add del mod ord">
          <ac:chgData name="Kindermann, Filip" userId="7529c165-3a94-4e7c-b4c5-3d6d6602473b" providerId="ADAL" clId="{69881490-C27A-4803-BB8A-88239CAE29F6}" dt="2025-05-30T02:22:33.116" v="1555" actId="478"/>
          <ac:spMkLst>
            <pc:docMk/>
            <pc:sldMk cId="4267372175" sldId="3518"/>
            <ac:spMk id="16" creationId="{8C5D07C6-20BD-BB39-B0BD-49041E712F8C}"/>
          </ac:spMkLst>
        </pc:spChg>
        <pc:spChg chg="mod ord">
          <ac:chgData name="Kindermann, Filip" userId="7529c165-3a94-4e7c-b4c5-3d6d6602473b" providerId="ADAL" clId="{69881490-C27A-4803-BB8A-88239CAE29F6}" dt="2025-05-30T02:22:15.325" v="1521"/>
          <ac:spMkLst>
            <pc:docMk/>
            <pc:sldMk cId="4267372175" sldId="3518"/>
            <ac:spMk id="20" creationId="{208EBB64-27FC-E73E-7604-8910714DC4A9}"/>
          </ac:spMkLst>
        </pc:spChg>
        <pc:spChg chg="mod ord">
          <ac:chgData name="Kindermann, Filip" userId="7529c165-3a94-4e7c-b4c5-3d6d6602473b" providerId="ADAL" clId="{69881490-C27A-4803-BB8A-88239CAE29F6}" dt="2025-05-30T02:22:15.325" v="1504"/>
          <ac:spMkLst>
            <pc:docMk/>
            <pc:sldMk cId="4267372175" sldId="3518"/>
            <ac:spMk id="22" creationId="{8C690917-F1DD-AE0F-3EC9-0F32146E15EC}"/>
          </ac:spMkLst>
        </pc:spChg>
        <pc:spChg chg="mod ord">
          <ac:chgData name="Kindermann, Filip" userId="7529c165-3a94-4e7c-b4c5-3d6d6602473b" providerId="ADAL" clId="{69881490-C27A-4803-BB8A-88239CAE29F6}" dt="2025-05-30T02:22:15.325" v="1503"/>
          <ac:spMkLst>
            <pc:docMk/>
            <pc:sldMk cId="4267372175" sldId="3518"/>
            <ac:spMk id="23" creationId="{41227F80-C87C-D247-611D-1379C7B2261E}"/>
          </ac:spMkLst>
        </pc:spChg>
        <pc:spChg chg="mod ord">
          <ac:chgData name="Kindermann, Filip" userId="7529c165-3a94-4e7c-b4c5-3d6d6602473b" providerId="ADAL" clId="{69881490-C27A-4803-BB8A-88239CAE29F6}" dt="2025-05-30T02:22:15.312" v="1502"/>
          <ac:spMkLst>
            <pc:docMk/>
            <pc:sldMk cId="4267372175" sldId="3518"/>
            <ac:spMk id="26" creationId="{B60FEA90-2490-8369-9861-693A6AD2E9B0}"/>
          </ac:spMkLst>
        </pc:spChg>
        <pc:spChg chg="mod ord">
          <ac:chgData name="Kindermann, Filip" userId="7529c165-3a94-4e7c-b4c5-3d6d6602473b" providerId="ADAL" clId="{69881490-C27A-4803-BB8A-88239CAE29F6}" dt="2025-05-30T02:22:15.325" v="1512"/>
          <ac:spMkLst>
            <pc:docMk/>
            <pc:sldMk cId="4267372175" sldId="3518"/>
            <ac:spMk id="27" creationId="{42045F75-1283-0EAA-9F8B-E437FCA9A147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28" creationId="{FEED48FF-10C2-4578-7BAE-9680EC8C8810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29" creationId="{3E15748D-AA09-8049-51D4-397E01A5B96A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30" creationId="{367DF044-E5EA-1A93-26AE-B6CB3770E9B0}"/>
          </ac:spMkLst>
        </pc:spChg>
        <pc:spChg chg="mod ord">
          <ac:chgData name="Kindermann, Filip" userId="7529c165-3a94-4e7c-b4c5-3d6d6602473b" providerId="ADAL" clId="{69881490-C27A-4803-BB8A-88239CAE29F6}" dt="2025-05-30T02:22:15.312" v="1501"/>
          <ac:spMkLst>
            <pc:docMk/>
            <pc:sldMk cId="4267372175" sldId="3518"/>
            <ac:spMk id="31" creationId="{9B6A4B0E-97C0-62F9-E365-19BBB6EBA2AA}"/>
          </ac:spMkLst>
        </pc:spChg>
        <pc:spChg chg="mod ord">
          <ac:chgData name="Kindermann, Filip" userId="7529c165-3a94-4e7c-b4c5-3d6d6602473b" providerId="ADAL" clId="{69881490-C27A-4803-BB8A-88239CAE29F6}" dt="2025-05-30T02:22:15.312" v="1500"/>
          <ac:spMkLst>
            <pc:docMk/>
            <pc:sldMk cId="4267372175" sldId="3518"/>
            <ac:spMk id="32" creationId="{290E0670-188C-7752-F900-81F02BBE5085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33" creationId="{8F1A792D-98D9-BF52-C49C-02B49E3D9FC3}"/>
          </ac:spMkLst>
        </pc:spChg>
        <pc:spChg chg="add mod ord">
          <ac:chgData name="Kindermann, Filip" userId="7529c165-3a94-4e7c-b4c5-3d6d6602473b" providerId="ADAL" clId="{69881490-C27A-4803-BB8A-88239CAE29F6}" dt="2025-05-30T02:22:19.801" v="1550" actId="1076"/>
          <ac:spMkLst>
            <pc:docMk/>
            <pc:sldMk cId="4267372175" sldId="3518"/>
            <ac:spMk id="34" creationId="{84BB93BB-BC9D-6395-41A7-287E38383792}"/>
          </ac:spMkLst>
        </pc:spChg>
        <pc:spChg chg="add mod ord">
          <ac:chgData name="Kindermann, Filip" userId="7529c165-3a94-4e7c-b4c5-3d6d6602473b" providerId="ADAL" clId="{69881490-C27A-4803-BB8A-88239CAE29F6}" dt="2025-05-30T02:22:19.801" v="1550" actId="1076"/>
          <ac:spMkLst>
            <pc:docMk/>
            <pc:sldMk cId="4267372175" sldId="3518"/>
            <ac:spMk id="35" creationId="{572A5E1F-1B6D-5E3E-BE0D-7027B512CA17}"/>
          </ac:spMkLst>
        </pc:spChg>
        <pc:spChg chg="add mod ord">
          <ac:chgData name="Kindermann, Filip" userId="7529c165-3a94-4e7c-b4c5-3d6d6602473b" providerId="ADAL" clId="{69881490-C27A-4803-BB8A-88239CAE29F6}" dt="2025-05-30T02:22:19.801" v="1550" actId="1076"/>
          <ac:spMkLst>
            <pc:docMk/>
            <pc:sldMk cId="4267372175" sldId="3518"/>
            <ac:spMk id="36" creationId="{DB281F20-7C9E-8A53-5B36-C2CBFAB26F77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37" creationId="{915B21F9-D8C4-D00F-68EB-1650459A949A}"/>
          </ac:spMkLst>
        </pc:spChg>
        <pc:spChg chg="mod ord">
          <ac:chgData name="Kindermann, Filip" userId="7529c165-3a94-4e7c-b4c5-3d6d6602473b" providerId="ADAL" clId="{69881490-C27A-4803-BB8A-88239CAE29F6}" dt="2025-05-30T02:22:15.325" v="1536"/>
          <ac:spMkLst>
            <pc:docMk/>
            <pc:sldMk cId="4267372175" sldId="3518"/>
            <ac:spMk id="38" creationId="{0F801927-A3C5-3285-17B9-2A6CB9CF4C4F}"/>
          </ac:spMkLst>
        </pc:spChg>
        <pc:graphicFrameChg chg="mod ord">
          <ac:chgData name="Kindermann, Filip" userId="7529c165-3a94-4e7c-b4c5-3d6d6602473b" providerId="ADAL" clId="{69881490-C27A-4803-BB8A-88239CAE29F6}" dt="2025-05-30T02:22:15.325" v="1507"/>
          <ac:graphicFrameMkLst>
            <pc:docMk/>
            <pc:sldMk cId="4267372175" sldId="3518"/>
            <ac:graphicFrameMk id="17" creationId="{3F03828B-E249-2784-986B-542887BDD254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22:15.325" v="1506"/>
          <ac:graphicFrameMkLst>
            <pc:docMk/>
            <pc:sldMk cId="4267372175" sldId="3518"/>
            <ac:graphicFrameMk id="18" creationId="{70EE0977-C2E2-6B28-6FF2-78A06D96BF7D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22:15.325" v="1505"/>
          <ac:graphicFrameMkLst>
            <pc:docMk/>
            <pc:sldMk cId="4267372175" sldId="3518"/>
            <ac:graphicFrameMk id="19" creationId="{F5A011C7-A7CE-BB5D-EB3F-5BE0247C45BA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22:15.325" v="1520"/>
          <ac:graphicFrameMkLst>
            <pc:docMk/>
            <pc:sldMk cId="4267372175" sldId="3518"/>
            <ac:graphicFrameMk id="21" creationId="{66778BD2-9A83-79A7-594C-9E157101BBDF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22:15.325" v="1519"/>
          <ac:graphicFrameMkLst>
            <pc:docMk/>
            <pc:sldMk cId="4267372175" sldId="3518"/>
            <ac:graphicFrameMk id="24" creationId="{FA4278C6-45E8-5E55-ADE8-52A279167FDD}"/>
          </ac:graphicFrameMkLst>
        </pc:graphicFrameChg>
        <pc:graphicFrameChg chg="mod ord">
          <ac:chgData name="Kindermann, Filip" userId="7529c165-3a94-4e7c-b4c5-3d6d6602473b" providerId="ADAL" clId="{69881490-C27A-4803-BB8A-88239CAE29F6}" dt="2025-05-30T02:22:15.325" v="1518"/>
          <ac:graphicFrameMkLst>
            <pc:docMk/>
            <pc:sldMk cId="4267372175" sldId="3518"/>
            <ac:graphicFrameMk id="25" creationId="{A0C7734E-86DE-8F0F-EA95-3BF02936F1FA}"/>
          </ac:graphicFrameMkLst>
        </pc:graphicFrameChg>
        <pc:graphicFrameChg chg="add mod ord modVis">
          <ac:chgData name="Kindermann, Filip" userId="7529c165-3a94-4e7c-b4c5-3d6d6602473b" providerId="ADAL" clId="{69881490-C27A-4803-BB8A-88239CAE29F6}" dt="2025-05-30T02:22:15.312" v="1493" actId="14100"/>
          <ac:graphicFrameMkLst>
            <pc:docMk/>
            <pc:sldMk cId="4267372175" sldId="3518"/>
            <ac:graphicFrameMk id="40" creationId="{A688CA0F-4F29-7671-23A2-AE53B387F1F1}"/>
          </ac:graphicFrameMkLst>
        </pc:graphicFrameChg>
        <pc:picChg chg="mod ord">
          <ac:chgData name="Kindermann, Filip" userId="7529c165-3a94-4e7c-b4c5-3d6d6602473b" providerId="ADAL" clId="{69881490-C27A-4803-BB8A-88239CAE29F6}" dt="2025-05-30T02:22:15.325" v="1517"/>
          <ac:picMkLst>
            <pc:docMk/>
            <pc:sldMk cId="4267372175" sldId="3518"/>
            <ac:picMk id="39" creationId="{E5520703-1D92-6180-7231-EB89B6159371}"/>
          </ac:picMkLst>
        </pc:picChg>
        <pc:picChg chg="mod ord">
          <ac:chgData name="Kindermann, Filip" userId="7529c165-3a94-4e7c-b4c5-3d6d6602473b" providerId="ADAL" clId="{69881490-C27A-4803-BB8A-88239CAE29F6}" dt="2025-05-30T02:22:15.325" v="1516"/>
          <ac:picMkLst>
            <pc:docMk/>
            <pc:sldMk cId="4267372175" sldId="3518"/>
            <ac:picMk id="43" creationId="{9F79A697-6741-623C-6EA4-1209800ACC1C}"/>
          </ac:picMkLst>
        </pc:picChg>
        <pc:picChg chg="mod ord">
          <ac:chgData name="Kindermann, Filip" userId="7529c165-3a94-4e7c-b4c5-3d6d6602473b" providerId="ADAL" clId="{69881490-C27A-4803-BB8A-88239CAE29F6}" dt="2025-05-30T02:22:15.325" v="1515"/>
          <ac:picMkLst>
            <pc:docMk/>
            <pc:sldMk cId="4267372175" sldId="3518"/>
            <ac:picMk id="47" creationId="{509A54EA-A1F4-7095-F1A3-21ECC774D896}"/>
          </ac:picMkLst>
        </pc:picChg>
        <pc:cxnChg chg="mod ord">
          <ac:chgData name="Kindermann, Filip" userId="7529c165-3a94-4e7c-b4c5-3d6d6602473b" providerId="ADAL" clId="{69881490-C27A-4803-BB8A-88239CAE29F6}" dt="2025-05-30T02:22:15.325" v="1529"/>
          <ac:cxnSpMkLst>
            <pc:docMk/>
            <pc:sldMk cId="4267372175" sldId="3518"/>
            <ac:cxnSpMk id="5" creationId="{8BAAC4AC-BC39-BF6F-EE82-2D4E9066A633}"/>
          </ac:cxnSpMkLst>
        </pc:cxnChg>
        <pc:cxnChg chg="mod ord">
          <ac:chgData name="Kindermann, Filip" userId="7529c165-3a94-4e7c-b4c5-3d6d6602473b" providerId="ADAL" clId="{69881490-C27A-4803-BB8A-88239CAE29F6}" dt="2025-05-30T02:22:15.325" v="1526"/>
          <ac:cxnSpMkLst>
            <pc:docMk/>
            <pc:sldMk cId="4267372175" sldId="3518"/>
            <ac:cxnSpMk id="9" creationId="{0CF14848-6E3F-67EE-BC68-2F05CAD6CE55}"/>
          </ac:cxnSpMkLst>
        </pc:cxnChg>
        <pc:cxnChg chg="mod ord">
          <ac:chgData name="Kindermann, Filip" userId="7529c165-3a94-4e7c-b4c5-3d6d6602473b" providerId="ADAL" clId="{69881490-C27A-4803-BB8A-88239CAE29F6}" dt="2025-05-30T02:22:15.325" v="1525"/>
          <ac:cxnSpMkLst>
            <pc:docMk/>
            <pc:sldMk cId="4267372175" sldId="3518"/>
            <ac:cxnSpMk id="10" creationId="{87F879A5-0E6A-4541-4085-D3594ACAF838}"/>
          </ac:cxnSpMkLst>
        </pc:cxnChg>
        <pc:cxnChg chg="mod ord">
          <ac:chgData name="Kindermann, Filip" userId="7529c165-3a94-4e7c-b4c5-3d6d6602473b" providerId="ADAL" clId="{69881490-C27A-4803-BB8A-88239CAE29F6}" dt="2025-05-30T02:22:15.325" v="1514"/>
          <ac:cxnSpMkLst>
            <pc:docMk/>
            <pc:sldMk cId="4267372175" sldId="3518"/>
            <ac:cxnSpMk id="50" creationId="{CD0CFBD5-4B63-6EB1-C193-F62A50134719}"/>
          </ac:cxnSpMkLst>
        </pc:cxnChg>
        <pc:cxnChg chg="mod ord">
          <ac:chgData name="Kindermann, Filip" userId="7529c165-3a94-4e7c-b4c5-3d6d6602473b" providerId="ADAL" clId="{69881490-C27A-4803-BB8A-88239CAE29F6}" dt="2025-05-30T02:22:15.325" v="1513"/>
          <ac:cxnSpMkLst>
            <pc:docMk/>
            <pc:sldMk cId="4267372175" sldId="3518"/>
            <ac:cxnSpMk id="54" creationId="{D0E4D57F-2789-4504-4D81-20749B4A5B4C}"/>
          </ac:cxnSpMkLst>
        </pc:cxnChg>
      </pc:sldChg>
      <pc:sldMasterChg chg="modSldLayout">
        <pc:chgData name="Kindermann, Filip" userId="7529c165-3a94-4e7c-b4c5-3d6d6602473b" providerId="ADAL" clId="{69881490-C27A-4803-BB8A-88239CAE29F6}" dt="2025-05-30T00:48:52.351" v="84" actId="1076"/>
        <pc:sldMasterMkLst>
          <pc:docMk/>
          <pc:sldMasterMk cId="1874261132" sldId="2147483660"/>
        </pc:sldMasterMkLst>
        <pc:sldLayoutChg chg="modSp mod">
          <pc:chgData name="Kindermann, Filip" userId="7529c165-3a94-4e7c-b4c5-3d6d6602473b" providerId="ADAL" clId="{69881490-C27A-4803-BB8A-88239CAE29F6}" dt="2025-05-30T00:48:52.351" v="84" actId="1076"/>
          <pc:sldLayoutMkLst>
            <pc:docMk/>
            <pc:sldMasterMk cId="1874261132" sldId="2147483660"/>
            <pc:sldLayoutMk cId="1944705358" sldId="2147483666"/>
          </pc:sldLayoutMkLst>
          <pc:spChg chg="mod">
            <ac:chgData name="Kindermann, Filip" userId="7529c165-3a94-4e7c-b4c5-3d6d6602473b" providerId="ADAL" clId="{69881490-C27A-4803-BB8A-88239CAE29F6}" dt="2025-05-30T00:48:52.351" v="84" actId="1076"/>
            <ac:spMkLst>
              <pc:docMk/>
              <pc:sldMasterMk cId="1874261132" sldId="2147483660"/>
              <pc:sldLayoutMk cId="1944705358" sldId="2147483666"/>
              <ac:spMk id="9" creationId="{2BA0F894-510A-2543-B1A7-98275DFCF578}"/>
            </ac:spMkLst>
          </pc:spChg>
        </pc:sldLayoutChg>
      </pc:sldMasterChg>
    </pc:docChg>
  </pc:docChgLst>
  <pc:docChgLst>
    <pc:chgData name="Kindermann, Filip" userId="7529c165-3a94-4e7c-b4c5-3d6d6602473b" providerId="ADAL" clId="{FD7C784A-82A8-417B-881F-7FB9ACF7C9A9}"/>
    <pc:docChg chg="undo redo custSel addSld delSld modSld sldOrd modMainMaster">
      <pc:chgData name="Kindermann, Filip" userId="7529c165-3a94-4e7c-b4c5-3d6d6602473b" providerId="ADAL" clId="{FD7C784A-82A8-417B-881F-7FB9ACF7C9A9}" dt="2025-05-29T14:15:09.654" v="7060" actId="478"/>
      <pc:docMkLst>
        <pc:docMk/>
      </pc:docMkLst>
      <pc:sldChg chg="addSp modSp del mod">
        <pc:chgData name="Kindermann, Filip" userId="7529c165-3a94-4e7c-b4c5-3d6d6602473b" providerId="ADAL" clId="{FD7C784A-82A8-417B-881F-7FB9ACF7C9A9}" dt="2025-05-29T13:53:32.044" v="6810" actId="47"/>
        <pc:sldMkLst>
          <pc:docMk/>
          <pc:sldMk cId="4015760371" sldId="256"/>
        </pc:sldMkLst>
      </pc:sldChg>
      <pc:sldChg chg="del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36980783" sldId="257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727894993" sldId="257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1027124786" sldId="257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519578131" sldId="258"/>
        </pc:sldMkLst>
      </pc:sldChg>
      <pc:sldChg chg="del or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925210261" sldId="258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3183714110" sldId="258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654551129" sldId="259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1986319558" sldId="259"/>
        </pc:sldMkLst>
        <pc:spChg chg="mod">
          <ac:chgData name="Kindermann, Filip" userId="7529c165-3a94-4e7c-b4c5-3d6d6602473b" providerId="ADAL" clId="{FD7C784A-82A8-417B-881F-7FB9ACF7C9A9}" dt="2025-05-29T13:44:17.397" v="6589"/>
          <ac:spMkLst>
            <pc:docMk/>
            <pc:sldMk cId="1986319558" sldId="259"/>
            <ac:spMk id="3" creationId="{A9B26483-CBB5-24DF-6C95-71673D683965}"/>
          </ac:spMkLst>
        </pc:spChg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3016833533" sldId="259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956511034" sldId="260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3271598032" sldId="260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4210196402" sldId="260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1546913613" sldId="261"/>
        </pc:sldMkLst>
      </pc:sldChg>
      <pc:sldChg chg="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2010653934" sldId="261"/>
        </pc:sldMkLst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3282435730" sldId="261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2363715715" sldId="262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3082719120" sldId="262"/>
        </pc:sldMkLst>
        <pc:spChg chg="mod">
          <ac:chgData name="Kindermann, Filip" userId="7529c165-3a94-4e7c-b4c5-3d6d6602473b" providerId="ADAL" clId="{FD7C784A-82A8-417B-881F-7FB9ACF7C9A9}" dt="2025-05-29T13:44:17.397" v="6589"/>
          <ac:spMkLst>
            <pc:docMk/>
            <pc:sldMk cId="3082719120" sldId="262"/>
            <ac:spMk id="3" creationId="{A1F82883-CEF1-41CD-778F-186ACEB6DCA9}"/>
          </ac:spMkLst>
        </pc:spChg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4193688538" sldId="262"/>
        </pc:sldMkLst>
      </pc:sldChg>
      <pc:sldChg chg="modSp add del mod modShow">
        <pc:chgData name="Kindermann, Filip" userId="7529c165-3a94-4e7c-b4c5-3d6d6602473b" providerId="ADAL" clId="{FD7C784A-82A8-417B-881F-7FB9ACF7C9A9}" dt="2025-05-29T13:44:17.397" v="6589"/>
        <pc:sldMkLst>
          <pc:docMk/>
          <pc:sldMk cId="841335984" sldId="263"/>
        </pc:sldMkLst>
        <pc:spChg chg="mod">
          <ac:chgData name="Kindermann, Filip" userId="7529c165-3a94-4e7c-b4c5-3d6d6602473b" providerId="ADAL" clId="{FD7C784A-82A8-417B-881F-7FB9ACF7C9A9}" dt="2025-05-29T13:44:17.397" v="6589"/>
          <ac:spMkLst>
            <pc:docMk/>
            <pc:sldMk cId="841335984" sldId="263"/>
            <ac:spMk id="3" creationId="{3E87496E-064B-D6FA-D980-0C2C785FDB4E}"/>
          </ac:spMkLst>
        </pc:spChg>
      </pc:sldChg>
      <pc:sldChg chg="add mod modShow">
        <pc:chgData name="Kindermann, Filip" userId="7529c165-3a94-4e7c-b4c5-3d6d6602473b" providerId="ADAL" clId="{FD7C784A-82A8-417B-881F-7FB9ACF7C9A9}" dt="2025-05-29T13:44:28.171" v="6591" actId="729"/>
        <pc:sldMkLst>
          <pc:docMk/>
          <pc:sldMk cId="2625416705" sldId="263"/>
        </pc:sldMkLst>
      </pc:sldChg>
      <pc:sldChg chg="addSp delSp modSp new del mod">
        <pc:chgData name="Kindermann, Filip" userId="7529c165-3a94-4e7c-b4c5-3d6d6602473b" providerId="ADAL" clId="{FD7C784A-82A8-417B-881F-7FB9ACF7C9A9}" dt="2025-05-29T13:43:48.121" v="6581" actId="2696"/>
        <pc:sldMkLst>
          <pc:docMk/>
          <pc:sldMk cId="3702163651" sldId="263"/>
        </pc:sldMkLst>
      </pc:sldChg>
      <pc:sldChg chg="delSp modSp add mod delAnim">
        <pc:chgData name="Kindermann, Filip" userId="7529c165-3a94-4e7c-b4c5-3d6d6602473b" providerId="ADAL" clId="{FD7C784A-82A8-417B-881F-7FB9ACF7C9A9}" dt="2025-05-29T14:15:09.654" v="7060" actId="478"/>
        <pc:sldMkLst>
          <pc:docMk/>
          <pc:sldMk cId="1672210218" sldId="3453"/>
        </pc:sldMkLst>
        <pc:spChg chg="mod">
          <ac:chgData name="Kindermann, Filip" userId="7529c165-3a94-4e7c-b4c5-3d6d6602473b" providerId="ADAL" clId="{FD7C784A-82A8-417B-881F-7FB9ACF7C9A9}" dt="2025-05-29T13:54:56.428" v="6857" actId="20577"/>
          <ac:spMkLst>
            <pc:docMk/>
            <pc:sldMk cId="1672210218" sldId="3453"/>
            <ac:spMk id="6" creationId="{68C847F1-C061-9F8F-8957-8C370FCD826E}"/>
          </ac:spMkLst>
        </pc:spChg>
        <pc:spChg chg="mod">
          <ac:chgData name="Kindermann, Filip" userId="7529c165-3a94-4e7c-b4c5-3d6d6602473b" providerId="ADAL" clId="{FD7C784A-82A8-417B-881F-7FB9ACF7C9A9}" dt="2025-05-29T13:56:09.855" v="6862" actId="20577"/>
          <ac:spMkLst>
            <pc:docMk/>
            <pc:sldMk cId="1672210218" sldId="3453"/>
            <ac:spMk id="23" creationId="{E75E8FBC-CB8F-F644-BD07-D00960F74B91}"/>
          </ac:spMkLst>
        </pc:spChg>
        <pc:picChg chg="del">
          <ac:chgData name="Kindermann, Filip" userId="7529c165-3a94-4e7c-b4c5-3d6d6602473b" providerId="ADAL" clId="{FD7C784A-82A8-417B-881F-7FB9ACF7C9A9}" dt="2025-05-29T14:15:09.654" v="7060" actId="478"/>
          <ac:picMkLst>
            <pc:docMk/>
            <pc:sldMk cId="1672210218" sldId="3453"/>
            <ac:picMk id="10" creationId="{06880C16-67ED-7E93-4A42-02AD9A8C7FE5}"/>
          </ac:picMkLst>
        </pc:picChg>
      </pc:sldChg>
      <pc:sldChg chg="modSp add del mod">
        <pc:chgData name="Kindermann, Filip" userId="7529c165-3a94-4e7c-b4c5-3d6d6602473b" providerId="ADAL" clId="{FD7C784A-82A8-417B-881F-7FB9ACF7C9A9}" dt="2025-05-28T10:15:15.001" v="1191" actId="47"/>
        <pc:sldMkLst>
          <pc:docMk/>
          <pc:sldMk cId="835346350" sldId="3497"/>
        </pc:sldMkLst>
      </pc:sldChg>
      <pc:sldChg chg="addSp modSp new mod modClrScheme chgLayout">
        <pc:chgData name="Kindermann, Filip" userId="7529c165-3a94-4e7c-b4c5-3d6d6602473b" providerId="ADAL" clId="{FD7C784A-82A8-417B-881F-7FB9ACF7C9A9}" dt="2025-05-29T13:45:21.329" v="6596" actId="20577"/>
        <pc:sldMkLst>
          <pc:docMk/>
          <pc:sldMk cId="2842863952" sldId="3498"/>
        </pc:sldMkLst>
        <pc:spChg chg="mod ord">
          <ac:chgData name="Kindermann, Filip" userId="7529c165-3a94-4e7c-b4c5-3d6d6602473b" providerId="ADAL" clId="{FD7C784A-82A8-417B-881F-7FB9ACF7C9A9}" dt="2025-05-29T13:45:21.329" v="6596" actId="20577"/>
          <ac:spMkLst>
            <pc:docMk/>
            <pc:sldMk cId="2842863952" sldId="3498"/>
            <ac:spMk id="3" creationId="{88EC1C17-2082-42FF-55E5-D87B701E584B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4" creationId="{C675073F-83FA-E260-821B-5877A0F0149F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7" creationId="{A7C08FC6-266A-A342-45B9-D1AD858E5857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8" creationId="{ADC3D509-FB4E-CB84-6F5F-9CB650658C7D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9" creationId="{44B86F12-695B-925D-8889-CC3E97BA1735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14" creationId="{E6B49315-60CB-5A82-70DB-7B4B3A1EDBB5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15" creationId="{B4F500CE-5FBF-420D-DD7E-D4CA4CF52DE8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17" creationId="{818E8AC6-BD58-90DA-F484-C1E21F099A3B}"/>
          </ac:spMkLst>
        </pc:spChg>
        <pc:spChg chg="mod">
          <ac:chgData name="Kindermann, Filip" userId="7529c165-3a94-4e7c-b4c5-3d6d6602473b" providerId="ADAL" clId="{FD7C784A-82A8-417B-881F-7FB9ACF7C9A9}" dt="2025-05-29T12:48:39.105" v="6579" actId="20577"/>
          <ac:spMkLst>
            <pc:docMk/>
            <pc:sldMk cId="2842863952" sldId="3498"/>
            <ac:spMk id="28" creationId="{032AF615-DB0E-6E45-C96D-033789F015B5}"/>
          </ac:spMkLst>
        </pc:spChg>
        <pc:spChg chg="mod">
          <ac:chgData name="Kindermann, Filip" userId="7529c165-3a94-4e7c-b4c5-3d6d6602473b" providerId="ADAL" clId="{FD7C784A-82A8-417B-881F-7FB9ACF7C9A9}" dt="2025-05-29T12:48:45.434" v="6580" actId="6549"/>
          <ac:spMkLst>
            <pc:docMk/>
            <pc:sldMk cId="2842863952" sldId="3498"/>
            <ac:spMk id="29" creationId="{33990417-5A17-8701-56CF-1C6A84FE5D4E}"/>
          </ac:spMkLst>
        </pc:spChg>
        <pc:spChg chg="mod">
          <ac:chgData name="Kindermann, Filip" userId="7529c165-3a94-4e7c-b4c5-3d6d6602473b" providerId="ADAL" clId="{FD7C784A-82A8-417B-881F-7FB9ACF7C9A9}" dt="2025-05-29T12:36:16.232" v="6570" actId="2711"/>
          <ac:spMkLst>
            <pc:docMk/>
            <pc:sldMk cId="2842863952" sldId="3498"/>
            <ac:spMk id="30" creationId="{A4BA31F7-04C4-6192-AF1A-DDA0AD7448F1}"/>
          </ac:spMkLst>
        </pc:spChg>
      </pc:sldChg>
      <pc:sldChg chg="addSp delSp modSp new mod modClrScheme chgLayout">
        <pc:chgData name="Kindermann, Filip" userId="7529c165-3a94-4e7c-b4c5-3d6d6602473b" providerId="ADAL" clId="{FD7C784A-82A8-417B-881F-7FB9ACF7C9A9}" dt="2025-05-29T13:46:26.204" v="6664" actId="20577"/>
        <pc:sldMkLst>
          <pc:docMk/>
          <pc:sldMk cId="1425541265" sldId="3500"/>
        </pc:sldMkLst>
        <pc:spChg chg="mod ord">
          <ac:chgData name="Kindermann, Filip" userId="7529c165-3a94-4e7c-b4c5-3d6d6602473b" providerId="ADAL" clId="{FD7C784A-82A8-417B-881F-7FB9ACF7C9A9}" dt="2025-05-29T13:46:01.479" v="6616" actId="20577"/>
          <ac:spMkLst>
            <pc:docMk/>
            <pc:sldMk cId="1425541265" sldId="3500"/>
            <ac:spMk id="2" creationId="{C55DDE56-C4B8-8B18-F611-1974E2D3F74F}"/>
          </ac:spMkLst>
        </pc:spChg>
        <pc:spChg chg="mod ord">
          <ac:chgData name="Kindermann, Filip" userId="7529c165-3a94-4e7c-b4c5-3d6d6602473b" providerId="ADAL" clId="{FD7C784A-82A8-417B-881F-7FB9ACF7C9A9}" dt="2025-05-29T13:46:26.204" v="6664" actId="20577"/>
          <ac:spMkLst>
            <pc:docMk/>
            <pc:sldMk cId="1425541265" sldId="3500"/>
            <ac:spMk id="3" creationId="{F1D88F23-A898-F8F2-58EF-0A363B9997F1}"/>
          </ac:spMkLst>
        </pc:spChg>
        <pc:spChg chg="add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4" creationId="{32A15CC0-3C53-1E7B-C94C-501BB0D10085}"/>
          </ac:spMkLst>
        </pc:spChg>
        <pc:spChg chg="add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8" creationId="{F0A50E2C-9519-03F1-A1C4-94392A04284A}"/>
          </ac:spMkLst>
        </pc:spChg>
        <pc:spChg chg="add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9" creationId="{1DD5E823-BFB6-4548-30C2-30C9DAD6B8E1}"/>
          </ac:spMkLst>
        </pc:spChg>
        <pc:spChg chg="add del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17" creationId="{36A0252D-281A-9BB3-A57D-11120715C1F8}"/>
          </ac:spMkLst>
        </pc:spChg>
        <pc:spChg chg="add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19" creationId="{BD8D115F-9A0A-FC63-31EA-0E2D8BE4CA72}"/>
          </ac:spMkLst>
        </pc:spChg>
        <pc:spChg chg="add mod ord">
          <ac:chgData name="Kindermann, Filip" userId="7529c165-3a94-4e7c-b4c5-3d6d6602473b" providerId="ADAL" clId="{FD7C784A-82A8-417B-881F-7FB9ACF7C9A9}" dt="2025-05-29T12:36:24.988" v="6571" actId="2711"/>
          <ac:spMkLst>
            <pc:docMk/>
            <pc:sldMk cId="1425541265" sldId="3500"/>
            <ac:spMk id="24" creationId="{7B6115B2-56D0-8BEE-348B-98E871D73FB7}"/>
          </ac:spMkLst>
        </pc:spChg>
        <pc:graphicFrameChg chg="add mod ord modGraphic">
          <ac:chgData name="Kindermann, Filip" userId="7529c165-3a94-4e7c-b4c5-3d6d6602473b" providerId="ADAL" clId="{FD7C784A-82A8-417B-881F-7FB9ACF7C9A9}" dt="2025-05-28T21:08:52.270" v="4213" actId="207"/>
          <ac:graphicFrameMkLst>
            <pc:docMk/>
            <pc:sldMk cId="1425541265" sldId="3500"/>
            <ac:graphicFrameMk id="5" creationId="{57070AE6-039D-4945-ECAC-0C358888BBAF}"/>
          </ac:graphicFrameMkLst>
        </pc:graphicFrameChg>
        <pc:graphicFrameChg chg="add mod ord modGraphic">
          <ac:chgData name="Kindermann, Filip" userId="7529c165-3a94-4e7c-b4c5-3d6d6602473b" providerId="ADAL" clId="{FD7C784A-82A8-417B-881F-7FB9ACF7C9A9}" dt="2025-05-28T21:08:44.775" v="4211" actId="207"/>
          <ac:graphicFrameMkLst>
            <pc:docMk/>
            <pc:sldMk cId="1425541265" sldId="3500"/>
            <ac:graphicFrameMk id="6" creationId="{7D530024-951D-4C13-D342-76A9673A0267}"/>
          </ac:graphicFrameMkLst>
        </pc:graphicFrameChg>
        <pc:graphicFrameChg chg="add mod ord modGraphic">
          <ac:chgData name="Kindermann, Filip" userId="7529c165-3a94-4e7c-b4c5-3d6d6602473b" providerId="ADAL" clId="{FD7C784A-82A8-417B-881F-7FB9ACF7C9A9}" dt="2025-05-28T21:08:34.468" v="4209" actId="207"/>
          <ac:graphicFrameMkLst>
            <pc:docMk/>
            <pc:sldMk cId="1425541265" sldId="3500"/>
            <ac:graphicFrameMk id="7" creationId="{6D87BDA2-F15C-182E-9C7D-0A20E474B00B}"/>
          </ac:graphicFrameMkLst>
        </pc:graphicFrameChg>
        <pc:graphicFrameChg chg="add mod ord modVis">
          <ac:chgData name="Kindermann, Filip" userId="7529c165-3a94-4e7c-b4c5-3d6d6602473b" providerId="ADAL" clId="{FD7C784A-82A8-417B-881F-7FB9ACF7C9A9}" dt="2025-05-28T15:36:09.418" v="2380"/>
          <ac:graphicFrameMkLst>
            <pc:docMk/>
            <pc:sldMk cId="1425541265" sldId="3500"/>
            <ac:graphicFrameMk id="27" creationId="{0F1571E5-A119-E94B-1D0E-5A4F359C47D8}"/>
          </ac:graphicFrameMkLst>
        </pc:graphicFrameChg>
        <pc:cxnChg chg="add mod ord">
          <ac:chgData name="Kindermann, Filip" userId="7529c165-3a94-4e7c-b4c5-3d6d6602473b" providerId="ADAL" clId="{FD7C784A-82A8-417B-881F-7FB9ACF7C9A9}" dt="2025-05-28T15:36:09.388" v="2352"/>
          <ac:cxnSpMkLst>
            <pc:docMk/>
            <pc:sldMk cId="1425541265" sldId="3500"/>
            <ac:cxnSpMk id="11" creationId="{EDB4E7C7-3BA1-DD65-A554-E5CB55F6D9AE}"/>
          </ac:cxnSpMkLst>
        </pc:cxnChg>
        <pc:cxnChg chg="add mod ord">
          <ac:chgData name="Kindermann, Filip" userId="7529c165-3a94-4e7c-b4c5-3d6d6602473b" providerId="ADAL" clId="{FD7C784A-82A8-417B-881F-7FB9ACF7C9A9}" dt="2025-05-28T15:36:09.388" v="2354"/>
          <ac:cxnSpMkLst>
            <pc:docMk/>
            <pc:sldMk cId="1425541265" sldId="3500"/>
            <ac:cxnSpMk id="12" creationId="{3B20D6FD-60E8-D41E-70A7-917E514F8878}"/>
          </ac:cxnSpMkLst>
        </pc:cxnChg>
        <pc:cxnChg chg="add mod ord">
          <ac:chgData name="Kindermann, Filip" userId="7529c165-3a94-4e7c-b4c5-3d6d6602473b" providerId="ADAL" clId="{FD7C784A-82A8-417B-881F-7FB9ACF7C9A9}" dt="2025-05-28T15:36:09.388" v="2356"/>
          <ac:cxnSpMkLst>
            <pc:docMk/>
            <pc:sldMk cId="1425541265" sldId="3500"/>
            <ac:cxnSpMk id="14" creationId="{79004DDE-4FE1-51EC-9CEC-05BBC8A46F1B}"/>
          </ac:cxnSpMkLst>
        </pc:cxnChg>
        <pc:cxnChg chg="add mod ord">
          <ac:chgData name="Kindermann, Filip" userId="7529c165-3a94-4e7c-b4c5-3d6d6602473b" providerId="ADAL" clId="{FD7C784A-82A8-417B-881F-7FB9ACF7C9A9}" dt="2025-05-28T15:43:32.986" v="2591" actId="1036"/>
          <ac:cxnSpMkLst>
            <pc:docMk/>
            <pc:sldMk cId="1425541265" sldId="3500"/>
            <ac:cxnSpMk id="20" creationId="{B7860BFF-D3BF-A0F1-2DB3-7AEF45D45DB5}"/>
          </ac:cxnSpMkLst>
        </pc:cxnChg>
        <pc:cxnChg chg="add mod ord">
          <ac:chgData name="Kindermann, Filip" userId="7529c165-3a94-4e7c-b4c5-3d6d6602473b" providerId="ADAL" clId="{FD7C784A-82A8-417B-881F-7FB9ACF7C9A9}" dt="2025-05-28T15:36:09.402" v="2364"/>
          <ac:cxnSpMkLst>
            <pc:docMk/>
            <pc:sldMk cId="1425541265" sldId="3500"/>
            <ac:cxnSpMk id="22" creationId="{DD7A6506-41F3-ED9B-2A17-E1F38440802E}"/>
          </ac:cxnSpMkLst>
        </pc:cxnChg>
      </pc:sldChg>
      <pc:sldChg chg="addSp modSp new mod">
        <pc:chgData name="Kindermann, Filip" userId="7529c165-3a94-4e7c-b4c5-3d6d6602473b" providerId="ADAL" clId="{FD7C784A-82A8-417B-881F-7FB9ACF7C9A9}" dt="2025-05-28T10:37:17.872" v="1532" actId="121"/>
        <pc:sldMkLst>
          <pc:docMk/>
          <pc:sldMk cId="1058532275" sldId="3501"/>
        </pc:sldMkLst>
      </pc:sldChg>
      <pc:sldChg chg="delSp modSp mod">
        <pc:chgData name="Kindermann, Filip" userId="7529c165-3a94-4e7c-b4c5-3d6d6602473b" providerId="ADAL" clId="{FD7C784A-82A8-417B-881F-7FB9ACF7C9A9}" dt="2025-05-29T14:13:01.433" v="7059" actId="478"/>
        <pc:sldMkLst>
          <pc:docMk/>
          <pc:sldMk cId="1443544784" sldId="3502"/>
        </pc:sldMkLst>
        <pc:spChg chg="del mod">
          <ac:chgData name="Kindermann, Filip" userId="7529c165-3a94-4e7c-b4c5-3d6d6602473b" providerId="ADAL" clId="{FD7C784A-82A8-417B-881F-7FB9ACF7C9A9}" dt="2025-05-29T14:13:01.433" v="7059" actId="478"/>
          <ac:spMkLst>
            <pc:docMk/>
            <pc:sldMk cId="1443544784" sldId="3502"/>
            <ac:spMk id="3" creationId="{7655050C-E0B9-7D35-1230-63AD0E1DAED7}"/>
          </ac:spMkLst>
        </pc:spChg>
      </pc:sldChg>
      <pc:sldChg chg="addSp delSp modSp mod modClrScheme chgLayout">
        <pc:chgData name="Kindermann, Filip" userId="7529c165-3a94-4e7c-b4c5-3d6d6602473b" providerId="ADAL" clId="{FD7C784A-82A8-417B-881F-7FB9ACF7C9A9}" dt="2025-05-29T13:45:14.510" v="6595" actId="20577"/>
        <pc:sldMkLst>
          <pc:docMk/>
          <pc:sldMk cId="351932028" sldId="3506"/>
        </pc:sldMkLst>
        <pc:spChg chg="mod ord">
          <ac:chgData name="Kindermann, Filip" userId="7529c165-3a94-4e7c-b4c5-3d6d6602473b" providerId="ADAL" clId="{FD7C784A-82A8-417B-881F-7FB9ACF7C9A9}" dt="2025-05-29T13:45:14.510" v="6595" actId="20577"/>
          <ac:spMkLst>
            <pc:docMk/>
            <pc:sldMk cId="351932028" sldId="3506"/>
            <ac:spMk id="2" creationId="{495F2545-E306-293E-0679-711E3C6F9B73}"/>
          </ac:spMkLst>
        </pc:spChg>
        <pc:spChg chg="mod ord">
          <ac:chgData name="Kindermann, Filip" userId="7529c165-3a94-4e7c-b4c5-3d6d6602473b" providerId="ADAL" clId="{FD7C784A-82A8-417B-881F-7FB9ACF7C9A9}" dt="2025-05-29T13:45:12.618" v="6594" actId="20577"/>
          <ac:spMkLst>
            <pc:docMk/>
            <pc:sldMk cId="351932028" sldId="3506"/>
            <ac:spMk id="3" creationId="{C77EAD14-8948-B0EC-01EF-471ECEFA84A6}"/>
          </ac:spMkLst>
        </pc:spChg>
        <pc:spChg chg="mod">
          <ac:chgData name="Kindermann, Filip" userId="7529c165-3a94-4e7c-b4c5-3d6d6602473b" providerId="ADAL" clId="{FD7C784A-82A8-417B-881F-7FB9ACF7C9A9}" dt="2025-05-29T12:36:07.667" v="6569" actId="2711"/>
          <ac:spMkLst>
            <pc:docMk/>
            <pc:sldMk cId="351932028" sldId="3506"/>
            <ac:spMk id="4" creationId="{F1AA9ACF-24A4-8CDE-96B8-979F44666ADE}"/>
          </ac:spMkLst>
        </pc:spChg>
        <pc:spChg chg="mod">
          <ac:chgData name="Kindermann, Filip" userId="7529c165-3a94-4e7c-b4c5-3d6d6602473b" providerId="ADAL" clId="{FD7C784A-82A8-417B-881F-7FB9ACF7C9A9}" dt="2025-05-29T12:36:07.667" v="6569" actId="2711"/>
          <ac:spMkLst>
            <pc:docMk/>
            <pc:sldMk cId="351932028" sldId="3506"/>
            <ac:spMk id="10" creationId="{1CED1663-06AA-F758-AB83-17D10954FEAD}"/>
          </ac:spMkLst>
        </pc:spChg>
        <pc:spChg chg="mod">
          <ac:chgData name="Kindermann, Filip" userId="7529c165-3a94-4e7c-b4c5-3d6d6602473b" providerId="ADAL" clId="{FD7C784A-82A8-417B-881F-7FB9ACF7C9A9}" dt="2025-05-29T12:36:07.667" v="6569" actId="2711"/>
          <ac:spMkLst>
            <pc:docMk/>
            <pc:sldMk cId="351932028" sldId="3506"/>
            <ac:spMk id="12" creationId="{FFED563E-6796-129F-83B0-AECD1422B673}"/>
          </ac:spMkLst>
        </pc:spChg>
        <pc:spChg chg="mod">
          <ac:chgData name="Kindermann, Filip" userId="7529c165-3a94-4e7c-b4c5-3d6d6602473b" providerId="ADAL" clId="{FD7C784A-82A8-417B-881F-7FB9ACF7C9A9}" dt="2025-05-29T12:36:07.667" v="6569" actId="2711"/>
          <ac:spMkLst>
            <pc:docMk/>
            <pc:sldMk cId="351932028" sldId="3506"/>
            <ac:spMk id="13" creationId="{286E793F-D50F-F425-CF95-79F187C4DB6D}"/>
          </ac:spMkLst>
        </pc:spChg>
        <pc:graphicFrameChg chg="mod modGraphic">
          <ac:chgData name="Kindermann, Filip" userId="7529c165-3a94-4e7c-b4c5-3d6d6602473b" providerId="ADAL" clId="{FD7C784A-82A8-417B-881F-7FB9ACF7C9A9}" dt="2025-05-29T12:01:54.837" v="6266" actId="20577"/>
          <ac:graphicFrameMkLst>
            <pc:docMk/>
            <pc:sldMk cId="351932028" sldId="3506"/>
            <ac:graphicFrameMk id="6" creationId="{784C2C09-3AA9-5F06-FEAA-130D199B2F47}"/>
          </ac:graphicFrameMkLst>
        </pc:graphicFrameChg>
      </pc:sldChg>
      <pc:sldChg chg="add mod modShow">
        <pc:chgData name="Kindermann, Filip" userId="7529c165-3a94-4e7c-b4c5-3d6d6602473b" providerId="ADAL" clId="{FD7C784A-82A8-417B-881F-7FB9ACF7C9A9}" dt="2025-05-29T12:04:55.369" v="6269" actId="729"/>
        <pc:sldMkLst>
          <pc:docMk/>
          <pc:sldMk cId="2818506982" sldId="3507"/>
        </pc:sldMkLst>
      </pc:sldChg>
      <pc:sldChg chg="addSp delSp modSp new del mod ord modClrScheme chgLayout">
        <pc:chgData name="Kindermann, Filip" userId="7529c165-3a94-4e7c-b4c5-3d6d6602473b" providerId="ADAL" clId="{FD7C784A-82A8-417B-881F-7FB9ACF7C9A9}" dt="2025-05-29T12:04:48.467" v="6267" actId="2696"/>
        <pc:sldMkLst>
          <pc:docMk/>
          <pc:sldMk cId="2823945380" sldId="3507"/>
        </pc:sldMkLst>
        <pc:spChg chg="add mod">
          <ac:chgData name="Kindermann, Filip" userId="7529c165-3a94-4e7c-b4c5-3d6d6602473b" providerId="ADAL" clId="{FD7C784A-82A8-417B-881F-7FB9ACF7C9A9}" dt="2025-05-29T00:21:15.601" v="5463" actId="20577"/>
          <ac:spMkLst>
            <pc:docMk/>
            <pc:sldMk cId="2823945380" sldId="3507"/>
            <ac:spMk id="6" creationId="{218985E6-2043-1725-DCEF-2EE8A9519A6B}"/>
          </ac:spMkLst>
        </pc:spChg>
      </pc:sldChg>
      <pc:sldChg chg="modSp mod">
        <pc:chgData name="Kindermann, Filip" userId="7529c165-3a94-4e7c-b4c5-3d6d6602473b" providerId="ADAL" clId="{FD7C784A-82A8-417B-881F-7FB9ACF7C9A9}" dt="2025-05-29T01:54:15.262" v="5695" actId="1076"/>
        <pc:sldMkLst>
          <pc:docMk/>
          <pc:sldMk cId="2384739674" sldId="3508"/>
        </pc:sldMkLst>
        <pc:spChg chg="mod">
          <ac:chgData name="Kindermann, Filip" userId="7529c165-3a94-4e7c-b4c5-3d6d6602473b" providerId="ADAL" clId="{FD7C784A-82A8-417B-881F-7FB9ACF7C9A9}" dt="2025-05-29T01:54:15.262" v="5695" actId="1076"/>
          <ac:spMkLst>
            <pc:docMk/>
            <pc:sldMk cId="2384739674" sldId="3508"/>
            <ac:spMk id="35" creationId="{25737797-BF89-6E92-B704-297541F3368B}"/>
          </ac:spMkLst>
        </pc:spChg>
      </pc:sldChg>
      <pc:sldChg chg="addSp delSp modSp add del mod ord">
        <pc:chgData name="Kindermann, Filip" userId="7529c165-3a94-4e7c-b4c5-3d6d6602473b" providerId="ADAL" clId="{FD7C784A-82A8-417B-881F-7FB9ACF7C9A9}" dt="2025-05-29T12:04:48.467" v="6267" actId="2696"/>
        <pc:sldMkLst>
          <pc:docMk/>
          <pc:sldMk cId="918588854" sldId="3509"/>
        </pc:sldMkLst>
        <pc:spChg chg="mod">
          <ac:chgData name="Kindermann, Filip" userId="7529c165-3a94-4e7c-b4c5-3d6d6602473b" providerId="ADAL" clId="{FD7C784A-82A8-417B-881F-7FB9ACF7C9A9}" dt="2025-05-29T00:21:23.093" v="5465" actId="20577"/>
          <ac:spMkLst>
            <pc:docMk/>
            <pc:sldMk cId="918588854" sldId="3509"/>
            <ac:spMk id="6" creationId="{36BBD172-9861-9539-21C3-AAEE11DD6E0F}"/>
          </ac:spMkLst>
        </pc:spChg>
      </pc:sldChg>
      <pc:sldChg chg="add mod modShow">
        <pc:chgData name="Kindermann, Filip" userId="7529c165-3a94-4e7c-b4c5-3d6d6602473b" providerId="ADAL" clId="{FD7C784A-82A8-417B-881F-7FB9ACF7C9A9}" dt="2025-05-29T12:04:55.369" v="6269" actId="729"/>
        <pc:sldMkLst>
          <pc:docMk/>
          <pc:sldMk cId="4122764776" sldId="3509"/>
        </pc:sldMkLst>
      </pc:sldChg>
      <pc:sldChg chg="addSp delSp modSp add mod">
        <pc:chgData name="Kindermann, Filip" userId="7529c165-3a94-4e7c-b4c5-3d6d6602473b" providerId="ADAL" clId="{FD7C784A-82A8-417B-881F-7FB9ACF7C9A9}" dt="2025-05-29T13:47:30.981" v="6784" actId="20577"/>
        <pc:sldMkLst>
          <pc:docMk/>
          <pc:sldMk cId="2405085911" sldId="3510"/>
        </pc:sldMkLst>
        <pc:spChg chg="mod">
          <ac:chgData name="Kindermann, Filip" userId="7529c165-3a94-4e7c-b4c5-3d6d6602473b" providerId="ADAL" clId="{FD7C784A-82A8-417B-881F-7FB9ACF7C9A9}" dt="2025-05-29T13:46:43.401" v="6685" actId="20577"/>
          <ac:spMkLst>
            <pc:docMk/>
            <pc:sldMk cId="2405085911" sldId="3510"/>
            <ac:spMk id="2" creationId="{9C323D69-B7C5-2A0A-42ED-517F980A6680}"/>
          </ac:spMkLst>
        </pc:spChg>
        <pc:spChg chg="mod">
          <ac:chgData name="Kindermann, Filip" userId="7529c165-3a94-4e7c-b4c5-3d6d6602473b" providerId="ADAL" clId="{FD7C784A-82A8-417B-881F-7FB9ACF7C9A9}" dt="2025-05-28T22:32:33.790" v="4264" actId="12789"/>
          <ac:spMkLst>
            <pc:docMk/>
            <pc:sldMk cId="2405085911" sldId="3510"/>
            <ac:spMk id="3" creationId="{224F07BC-A885-F64D-86A9-DC0FEF290C2A}"/>
          </ac:spMkLst>
        </pc:spChg>
        <pc:spChg chg="mod">
          <ac:chgData name="Kindermann, Filip" userId="7529c165-3a94-4e7c-b4c5-3d6d6602473b" providerId="ADAL" clId="{FD7C784A-82A8-417B-881F-7FB9ACF7C9A9}" dt="2025-05-29T13:47:30.981" v="6784" actId="20577"/>
          <ac:spMkLst>
            <pc:docMk/>
            <pc:sldMk cId="2405085911" sldId="3510"/>
            <ac:spMk id="4" creationId="{8C30EDFD-3C0B-8704-E447-96172E33F294}"/>
          </ac:spMkLst>
        </pc:spChg>
        <pc:spChg chg="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6" creationId="{A6029367-E9FC-16CA-98BF-94DC2BC3DDC0}"/>
          </ac:spMkLst>
        </pc:spChg>
        <pc:spChg chg="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7" creationId="{F64D3840-D96F-0CA4-A94C-51028AE758C0}"/>
          </ac:spMkLst>
        </pc:spChg>
        <pc:spChg chg="add mod">
          <ac:chgData name="Kindermann, Filip" userId="7529c165-3a94-4e7c-b4c5-3d6d6602473b" providerId="ADAL" clId="{FD7C784A-82A8-417B-881F-7FB9ACF7C9A9}" dt="2025-05-28T22:36:23.615" v="4303" actId="20577"/>
          <ac:spMkLst>
            <pc:docMk/>
            <pc:sldMk cId="2405085911" sldId="3510"/>
            <ac:spMk id="11" creationId="{D53E2A36-2817-379E-A9C3-85DF292C96CE}"/>
          </ac:spMkLst>
        </pc:spChg>
        <pc:spChg chg="mod">
          <ac:chgData name="Kindermann, Filip" userId="7529c165-3a94-4e7c-b4c5-3d6d6602473b" providerId="ADAL" clId="{FD7C784A-82A8-417B-881F-7FB9ACF7C9A9}" dt="2025-05-28T22:32:33.790" v="4264" actId="12789"/>
          <ac:spMkLst>
            <pc:docMk/>
            <pc:sldMk cId="2405085911" sldId="3510"/>
            <ac:spMk id="12" creationId="{B24E597E-A7ED-BE04-99E7-3E1B12049E6B}"/>
          </ac:spMkLst>
        </pc:spChg>
        <pc:spChg chg="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14" creationId="{4992A46D-EDAD-42C4-67D8-27731BAA53DB}"/>
          </ac:spMkLst>
        </pc:spChg>
        <pc:spChg chg="mod">
          <ac:chgData name="Kindermann, Filip" userId="7529c165-3a94-4e7c-b4c5-3d6d6602473b" providerId="ADAL" clId="{FD7C784A-82A8-417B-881F-7FB9ACF7C9A9}" dt="2025-05-28T22:33:04.424" v="4268" actId="1035"/>
          <ac:spMkLst>
            <pc:docMk/>
            <pc:sldMk cId="2405085911" sldId="3510"/>
            <ac:spMk id="20" creationId="{0D4D7F4B-2F1A-0106-4D74-2C77C244C6BB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22" creationId="{7AF4F1D9-DB30-E767-E603-9D9836718DBD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23" creationId="{A6694547-0238-677D-A0AC-1DB86D7738DB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26" creationId="{F4E857A9-8296-C2E7-566C-9163460FB204}"/>
          </ac:spMkLst>
        </pc:spChg>
        <pc:spChg chg="mod">
          <ac:chgData name="Kindermann, Filip" userId="7529c165-3a94-4e7c-b4c5-3d6d6602473b" providerId="ADAL" clId="{FD7C784A-82A8-417B-881F-7FB9ACF7C9A9}" dt="2025-05-28T23:10:10.328" v="4802" actId="1035"/>
          <ac:spMkLst>
            <pc:docMk/>
            <pc:sldMk cId="2405085911" sldId="3510"/>
            <ac:spMk id="27" creationId="{6B70C00C-D29A-459B-E58A-5D824FABED8F}"/>
          </ac:spMkLst>
        </pc:spChg>
        <pc:spChg chg="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28" creationId="{B60A8F44-9F0E-58A4-EB8F-9D6283DCD6CB}"/>
          </ac:spMkLst>
        </pc:spChg>
        <pc:spChg chg="mod">
          <ac:chgData name="Kindermann, Filip" userId="7529c165-3a94-4e7c-b4c5-3d6d6602473b" providerId="ADAL" clId="{FD7C784A-82A8-417B-881F-7FB9ACF7C9A9}" dt="2025-05-28T23:10:10.328" v="4802" actId="1035"/>
          <ac:spMkLst>
            <pc:docMk/>
            <pc:sldMk cId="2405085911" sldId="3510"/>
            <ac:spMk id="29" creationId="{14701F89-4148-DC1C-70D3-1CF3825CA707}"/>
          </ac:spMkLst>
        </pc:spChg>
        <pc:spChg chg="mod">
          <ac:chgData name="Kindermann, Filip" userId="7529c165-3a94-4e7c-b4c5-3d6d6602473b" providerId="ADAL" clId="{FD7C784A-82A8-417B-881F-7FB9ACF7C9A9}" dt="2025-05-28T23:10:10.328" v="4802" actId="1035"/>
          <ac:spMkLst>
            <pc:docMk/>
            <pc:sldMk cId="2405085911" sldId="3510"/>
            <ac:spMk id="30" creationId="{03E13C29-10B9-16D4-A8A9-E5F4CC421844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31" creationId="{2660B5B1-C9B1-1527-9B3A-02550EA618F0}"/>
          </ac:spMkLst>
        </pc:spChg>
        <pc:spChg chg="add mod">
          <ac:chgData name="Kindermann, Filip" userId="7529c165-3a94-4e7c-b4c5-3d6d6602473b" providerId="ADAL" clId="{FD7C784A-82A8-417B-881F-7FB9ACF7C9A9}" dt="2025-05-28T23:06:09.901" v="4712"/>
          <ac:spMkLst>
            <pc:docMk/>
            <pc:sldMk cId="2405085911" sldId="3510"/>
            <ac:spMk id="32" creationId="{EAE6628F-7681-F0E1-B6C8-7AAE7D93566E}"/>
          </ac:spMkLst>
        </pc:spChg>
        <pc:spChg chg="add mod">
          <ac:chgData name="Kindermann, Filip" userId="7529c165-3a94-4e7c-b4c5-3d6d6602473b" providerId="ADAL" clId="{FD7C784A-82A8-417B-881F-7FB9ACF7C9A9}" dt="2025-05-28T23:08:18.901" v="4768" actId="1076"/>
          <ac:spMkLst>
            <pc:docMk/>
            <pc:sldMk cId="2405085911" sldId="3510"/>
            <ac:spMk id="33" creationId="{A39C0E5A-80E9-8EB7-413B-D2372E104EBA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37" creationId="{7E4A1F32-A0D8-17E0-8525-EA0508BD07FD}"/>
          </ac:spMkLst>
        </pc:spChg>
        <pc:spChg chg="add mod">
          <ac:chgData name="Kindermann, Filip" userId="7529c165-3a94-4e7c-b4c5-3d6d6602473b" providerId="ADAL" clId="{FD7C784A-82A8-417B-881F-7FB9ACF7C9A9}" dt="2025-05-29T12:36:34.192" v="6572" actId="2711"/>
          <ac:spMkLst>
            <pc:docMk/>
            <pc:sldMk cId="2405085911" sldId="3510"/>
            <ac:spMk id="38" creationId="{87DD6015-2EFD-4F5F-D83B-A33A0E9E6F41}"/>
          </ac:spMkLst>
        </pc:spChg>
        <pc:graphicFrameChg chg="add mod modGraphic">
          <ac:chgData name="Kindermann, Filip" userId="7529c165-3a94-4e7c-b4c5-3d6d6602473b" providerId="ADAL" clId="{FD7C784A-82A8-417B-881F-7FB9ACF7C9A9}" dt="2025-05-28T23:31:27.340" v="4895" actId="207"/>
          <ac:graphicFrameMkLst>
            <pc:docMk/>
            <pc:sldMk cId="2405085911" sldId="3510"/>
            <ac:graphicFrameMk id="17" creationId="{331011AE-0F40-6E7B-4EA1-A87B75269073}"/>
          </ac:graphicFrameMkLst>
        </pc:graphicFrameChg>
        <pc:graphicFrameChg chg="add mod modGraphic">
          <ac:chgData name="Kindermann, Filip" userId="7529c165-3a94-4e7c-b4c5-3d6d6602473b" providerId="ADAL" clId="{FD7C784A-82A8-417B-881F-7FB9ACF7C9A9}" dt="2025-05-28T23:31:32.131" v="4896" actId="207"/>
          <ac:graphicFrameMkLst>
            <pc:docMk/>
            <pc:sldMk cId="2405085911" sldId="3510"/>
            <ac:graphicFrameMk id="18" creationId="{931EC90B-DBF4-B567-BF1B-954F6AB3E39B}"/>
          </ac:graphicFrameMkLst>
        </pc:graphicFrameChg>
        <pc:graphicFrameChg chg="add mod modGraphic">
          <ac:chgData name="Kindermann, Filip" userId="7529c165-3a94-4e7c-b4c5-3d6d6602473b" providerId="ADAL" clId="{FD7C784A-82A8-417B-881F-7FB9ACF7C9A9}" dt="2025-05-28T23:31:38.541" v="4897" actId="207"/>
          <ac:graphicFrameMkLst>
            <pc:docMk/>
            <pc:sldMk cId="2405085911" sldId="3510"/>
            <ac:graphicFrameMk id="19" creationId="{1232C22C-F4E1-2BEA-9727-EC7B19313074}"/>
          </ac:graphicFrameMkLst>
        </pc:graphicFrameChg>
        <pc:graphicFrameChg chg="mod">
          <ac:chgData name="Kindermann, Filip" userId="7529c165-3a94-4e7c-b4c5-3d6d6602473b" providerId="ADAL" clId="{FD7C784A-82A8-417B-881F-7FB9ACF7C9A9}" dt="2025-05-28T22:32:58.408" v="4266" actId="12789"/>
          <ac:graphicFrameMkLst>
            <pc:docMk/>
            <pc:sldMk cId="2405085911" sldId="3510"/>
            <ac:graphicFrameMk id="21" creationId="{E54F947A-1E9B-3C4B-45DD-A7561B13EC51}"/>
          </ac:graphicFrameMkLst>
        </pc:graphicFrameChg>
        <pc:graphicFrameChg chg="mod">
          <ac:chgData name="Kindermann, Filip" userId="7529c165-3a94-4e7c-b4c5-3d6d6602473b" providerId="ADAL" clId="{FD7C784A-82A8-417B-881F-7FB9ACF7C9A9}" dt="2025-05-28T22:32:58.408" v="4266" actId="12789"/>
          <ac:graphicFrameMkLst>
            <pc:docMk/>
            <pc:sldMk cId="2405085911" sldId="3510"/>
            <ac:graphicFrameMk id="24" creationId="{DCFA3984-FBCA-2D49-B119-B9FD331A5454}"/>
          </ac:graphicFrameMkLst>
        </pc:graphicFrameChg>
        <pc:graphicFrameChg chg="mod">
          <ac:chgData name="Kindermann, Filip" userId="7529c165-3a94-4e7c-b4c5-3d6d6602473b" providerId="ADAL" clId="{FD7C784A-82A8-417B-881F-7FB9ACF7C9A9}" dt="2025-05-28T22:32:58.408" v="4266" actId="12789"/>
          <ac:graphicFrameMkLst>
            <pc:docMk/>
            <pc:sldMk cId="2405085911" sldId="3510"/>
            <ac:graphicFrameMk id="25" creationId="{8A235B6F-5CAC-854C-E27A-929FF332798A}"/>
          </ac:graphicFrameMkLst>
        </pc:graphicFrameChg>
        <pc:picChg chg="mod">
          <ac:chgData name="Kindermann, Filip" userId="7529c165-3a94-4e7c-b4c5-3d6d6602473b" providerId="ADAL" clId="{FD7C784A-82A8-417B-881F-7FB9ACF7C9A9}" dt="2025-05-28T22:33:04.424" v="4268" actId="1035"/>
          <ac:picMkLst>
            <pc:docMk/>
            <pc:sldMk cId="2405085911" sldId="3510"/>
            <ac:picMk id="39" creationId="{FA09F132-C457-9CD5-6045-693FF8F85E56}"/>
          </ac:picMkLst>
        </pc:picChg>
        <pc:picChg chg="mod">
          <ac:chgData name="Kindermann, Filip" userId="7529c165-3a94-4e7c-b4c5-3d6d6602473b" providerId="ADAL" clId="{FD7C784A-82A8-417B-881F-7FB9ACF7C9A9}" dt="2025-05-28T22:33:04.424" v="4268" actId="1035"/>
          <ac:picMkLst>
            <pc:docMk/>
            <pc:sldMk cId="2405085911" sldId="3510"/>
            <ac:picMk id="43" creationId="{F9E887E2-FD37-F925-BCF1-5A198B03914F}"/>
          </ac:picMkLst>
        </pc:picChg>
        <pc:picChg chg="mod">
          <ac:chgData name="Kindermann, Filip" userId="7529c165-3a94-4e7c-b4c5-3d6d6602473b" providerId="ADAL" clId="{FD7C784A-82A8-417B-881F-7FB9ACF7C9A9}" dt="2025-05-28T22:57:33.476" v="4419" actId="12788"/>
          <ac:picMkLst>
            <pc:docMk/>
            <pc:sldMk cId="2405085911" sldId="3510"/>
            <ac:picMk id="47" creationId="{4A98ACDE-FB92-D13D-5086-365B4D3CDFA2}"/>
          </ac:picMkLst>
        </pc:picChg>
        <pc:cxnChg chg="mod">
          <ac:chgData name="Kindermann, Filip" userId="7529c165-3a94-4e7c-b4c5-3d6d6602473b" providerId="ADAL" clId="{FD7C784A-82A8-417B-881F-7FB9ACF7C9A9}" dt="2025-05-28T22:32:52.361" v="4265" actId="12789"/>
          <ac:cxnSpMkLst>
            <pc:docMk/>
            <pc:sldMk cId="2405085911" sldId="3510"/>
            <ac:cxnSpMk id="5" creationId="{43A83E4F-9770-47EE-18FA-0F2CB798CDB2}"/>
          </ac:cxnSpMkLst>
        </pc:cxnChg>
        <pc:cxnChg chg="mod">
          <ac:chgData name="Kindermann, Filip" userId="7529c165-3a94-4e7c-b4c5-3d6d6602473b" providerId="ADAL" clId="{FD7C784A-82A8-417B-881F-7FB9ACF7C9A9}" dt="2025-05-28T22:32:52.361" v="4265" actId="12789"/>
          <ac:cxnSpMkLst>
            <pc:docMk/>
            <pc:sldMk cId="2405085911" sldId="3510"/>
            <ac:cxnSpMk id="9" creationId="{714753D2-EE01-CEE1-E56E-DD61B4F7EFBC}"/>
          </ac:cxnSpMkLst>
        </pc:cxnChg>
        <pc:cxnChg chg="mod">
          <ac:chgData name="Kindermann, Filip" userId="7529c165-3a94-4e7c-b4c5-3d6d6602473b" providerId="ADAL" clId="{FD7C784A-82A8-417B-881F-7FB9ACF7C9A9}" dt="2025-05-28T22:32:52.361" v="4265" actId="12789"/>
          <ac:cxnSpMkLst>
            <pc:docMk/>
            <pc:sldMk cId="2405085911" sldId="3510"/>
            <ac:cxnSpMk id="10" creationId="{2C731432-6459-6FDF-4462-5B50A19A3B60}"/>
          </ac:cxnSpMkLst>
        </pc:cxnChg>
        <pc:cxnChg chg="mod">
          <ac:chgData name="Kindermann, Filip" userId="7529c165-3a94-4e7c-b4c5-3d6d6602473b" providerId="ADAL" clId="{FD7C784A-82A8-417B-881F-7FB9ACF7C9A9}" dt="2025-05-28T22:39:51.111" v="4304" actId="14100"/>
          <ac:cxnSpMkLst>
            <pc:docMk/>
            <pc:sldMk cId="2405085911" sldId="3510"/>
            <ac:cxnSpMk id="50" creationId="{A8778F3B-E5C7-5F03-AF42-F10A55132FAE}"/>
          </ac:cxnSpMkLst>
        </pc:cxnChg>
        <pc:cxnChg chg="mod">
          <ac:chgData name="Kindermann, Filip" userId="7529c165-3a94-4e7c-b4c5-3d6d6602473b" providerId="ADAL" clId="{FD7C784A-82A8-417B-881F-7FB9ACF7C9A9}" dt="2025-05-28T22:39:54.784" v="4305" actId="14100"/>
          <ac:cxnSpMkLst>
            <pc:docMk/>
            <pc:sldMk cId="2405085911" sldId="3510"/>
            <ac:cxnSpMk id="54" creationId="{5AE6B833-1705-A50D-B117-D63C15D6BB49}"/>
          </ac:cxnSpMkLst>
        </pc:cxnChg>
      </pc:sldChg>
      <pc:sldChg chg="addSp delSp modSp add mod">
        <pc:chgData name="Kindermann, Filip" userId="7529c165-3a94-4e7c-b4c5-3d6d6602473b" providerId="ADAL" clId="{FD7C784A-82A8-417B-881F-7FB9ACF7C9A9}" dt="2025-05-29T14:08:22.987" v="6921" actId="113"/>
        <pc:sldMkLst>
          <pc:docMk/>
          <pc:sldMk cId="2579045002" sldId="3511"/>
        </pc:sldMkLst>
        <pc:spChg chg="mod ord">
          <ac:chgData name="Kindermann, Filip" userId="7529c165-3a94-4e7c-b4c5-3d6d6602473b" providerId="ADAL" clId="{FD7C784A-82A8-417B-881F-7FB9ACF7C9A9}" dt="2025-05-29T12:33:49.309" v="6494"/>
          <ac:spMkLst>
            <pc:docMk/>
            <pc:sldMk cId="2579045002" sldId="3511"/>
            <ac:spMk id="2" creationId="{21432399-1CE6-7B5B-723F-38C92BCE9926}"/>
          </ac:spMkLst>
        </pc:spChg>
        <pc:spChg chg="mod ord">
          <ac:chgData name="Kindermann, Filip" userId="7529c165-3a94-4e7c-b4c5-3d6d6602473b" providerId="ADAL" clId="{FD7C784A-82A8-417B-881F-7FB9ACF7C9A9}" dt="2025-05-29T13:45:03.571" v="6592" actId="20577"/>
          <ac:spMkLst>
            <pc:docMk/>
            <pc:sldMk cId="2579045002" sldId="3511"/>
            <ac:spMk id="3" creationId="{A3F1E476-01A8-E74A-6998-3CD5CB73ECDB}"/>
          </ac:spMkLst>
        </pc:spChg>
        <pc:spChg chg="add mod ord">
          <ac:chgData name="Kindermann, Filip" userId="7529c165-3a94-4e7c-b4c5-3d6d6602473b" providerId="ADAL" clId="{FD7C784A-82A8-417B-881F-7FB9ACF7C9A9}" dt="2025-05-29T12:33:49.309" v="6498"/>
          <ac:spMkLst>
            <pc:docMk/>
            <pc:sldMk cId="2579045002" sldId="3511"/>
            <ac:spMk id="4" creationId="{5BAC3196-D1CC-C097-3153-2B354D945CFA}"/>
          </ac:spMkLst>
        </pc:spChg>
        <pc:spChg chg="add mod ord">
          <ac:chgData name="Kindermann, Filip" userId="7529c165-3a94-4e7c-b4c5-3d6d6602473b" providerId="ADAL" clId="{FD7C784A-82A8-417B-881F-7FB9ACF7C9A9}" dt="2025-05-29T12:33:49.309" v="6502"/>
          <ac:spMkLst>
            <pc:docMk/>
            <pc:sldMk cId="2579045002" sldId="3511"/>
            <ac:spMk id="7" creationId="{8C01A82D-1590-9181-5018-8221FB219BC9}"/>
          </ac:spMkLst>
        </pc:spChg>
        <pc:spChg chg="add mod ord">
          <ac:chgData name="Kindermann, Filip" userId="7529c165-3a94-4e7c-b4c5-3d6d6602473b" providerId="ADAL" clId="{FD7C784A-82A8-417B-881F-7FB9ACF7C9A9}" dt="2025-05-29T12:33:49.325" v="6504"/>
          <ac:spMkLst>
            <pc:docMk/>
            <pc:sldMk cId="2579045002" sldId="3511"/>
            <ac:spMk id="8" creationId="{6B2509F2-0DA4-495E-AC77-E2B2E4CBA682}"/>
          </ac:spMkLst>
        </pc:spChg>
        <pc:spChg chg="add mod ord">
          <ac:chgData name="Kindermann, Filip" userId="7529c165-3a94-4e7c-b4c5-3d6d6602473b" providerId="ADAL" clId="{FD7C784A-82A8-417B-881F-7FB9ACF7C9A9}" dt="2025-05-29T12:33:49.325" v="6510"/>
          <ac:spMkLst>
            <pc:docMk/>
            <pc:sldMk cId="2579045002" sldId="3511"/>
            <ac:spMk id="11" creationId="{564C833B-697E-9EB6-8CB4-55E96119CDFB}"/>
          </ac:spMkLst>
        </pc:spChg>
        <pc:spChg chg="add mod ord">
          <ac:chgData name="Kindermann, Filip" userId="7529c165-3a94-4e7c-b4c5-3d6d6602473b" providerId="ADAL" clId="{FD7C784A-82A8-417B-881F-7FB9ACF7C9A9}" dt="2025-05-29T13:52:53.703" v="6808" actId="1036"/>
          <ac:spMkLst>
            <pc:docMk/>
            <pc:sldMk cId="2579045002" sldId="3511"/>
            <ac:spMk id="12" creationId="{2D214D33-4026-756E-AA2A-64F4A3568226}"/>
          </ac:spMkLst>
        </pc:spChg>
        <pc:spChg chg="add mod ord">
          <ac:chgData name="Kindermann, Filip" userId="7529c165-3a94-4e7c-b4c5-3d6d6602473b" providerId="ADAL" clId="{FD7C784A-82A8-417B-881F-7FB9ACF7C9A9}" dt="2025-05-29T13:52:53.703" v="6808" actId="1036"/>
          <ac:spMkLst>
            <pc:docMk/>
            <pc:sldMk cId="2579045002" sldId="3511"/>
            <ac:spMk id="13" creationId="{19561DA0-56E2-F2AC-8AD8-677DB495A65D}"/>
          </ac:spMkLst>
        </pc:spChg>
        <pc:spChg chg="add mod ord">
          <ac:chgData name="Kindermann, Filip" userId="7529c165-3a94-4e7c-b4c5-3d6d6602473b" providerId="ADAL" clId="{FD7C784A-82A8-417B-881F-7FB9ACF7C9A9}" dt="2025-05-29T13:52:53.703" v="6808" actId="1036"/>
          <ac:spMkLst>
            <pc:docMk/>
            <pc:sldMk cId="2579045002" sldId="3511"/>
            <ac:spMk id="14" creationId="{B73AD2B8-2F26-0151-FFAF-D56BC5C2F5AD}"/>
          </ac:spMkLst>
        </pc:spChg>
        <pc:spChg chg="add mod ord">
          <ac:chgData name="Kindermann, Filip" userId="7529c165-3a94-4e7c-b4c5-3d6d6602473b" providerId="ADAL" clId="{FD7C784A-82A8-417B-881F-7FB9ACF7C9A9}" dt="2025-05-29T13:52:53.703" v="6808" actId="1036"/>
          <ac:spMkLst>
            <pc:docMk/>
            <pc:sldMk cId="2579045002" sldId="3511"/>
            <ac:spMk id="15" creationId="{CDF1E50C-B683-A7AF-53C4-C7C0506F8731}"/>
          </ac:spMkLst>
        </pc:spChg>
        <pc:spChg chg="add mod ord">
          <ac:chgData name="Kindermann, Filip" userId="7529c165-3a94-4e7c-b4c5-3d6d6602473b" providerId="ADAL" clId="{FD7C784A-82A8-417B-881F-7FB9ACF7C9A9}" dt="2025-05-29T12:33:49.325" v="6518"/>
          <ac:spMkLst>
            <pc:docMk/>
            <pc:sldMk cId="2579045002" sldId="3511"/>
            <ac:spMk id="16" creationId="{310712A0-BEA6-F8A3-E60F-C9FA1A273D21}"/>
          </ac:spMkLst>
        </pc:spChg>
        <pc:spChg chg="add mod ord">
          <ac:chgData name="Kindermann, Filip" userId="7529c165-3a94-4e7c-b4c5-3d6d6602473b" providerId="ADAL" clId="{FD7C784A-82A8-417B-881F-7FB9ACF7C9A9}" dt="2025-05-29T14:06:02.719" v="6901" actId="113"/>
          <ac:spMkLst>
            <pc:docMk/>
            <pc:sldMk cId="2579045002" sldId="3511"/>
            <ac:spMk id="17" creationId="{49C89E43-B800-5F8B-4041-B2D43EF6F7BB}"/>
          </ac:spMkLst>
        </pc:spChg>
        <pc:spChg chg="add mod ord">
          <ac:chgData name="Kindermann, Filip" userId="7529c165-3a94-4e7c-b4c5-3d6d6602473b" providerId="ADAL" clId="{FD7C784A-82A8-417B-881F-7FB9ACF7C9A9}" dt="2025-05-29T14:07:16.144" v="6914" actId="113"/>
          <ac:spMkLst>
            <pc:docMk/>
            <pc:sldMk cId="2579045002" sldId="3511"/>
            <ac:spMk id="19" creationId="{A8DCD5B3-B935-4BFD-B33A-9CB8DB4DDEF3}"/>
          </ac:spMkLst>
        </pc:spChg>
        <pc:spChg chg="add mod ord">
          <ac:chgData name="Kindermann, Filip" userId="7529c165-3a94-4e7c-b4c5-3d6d6602473b" providerId="ADAL" clId="{FD7C784A-82A8-417B-881F-7FB9ACF7C9A9}" dt="2025-05-29T13:52:53.703" v="6808" actId="1036"/>
          <ac:spMkLst>
            <pc:docMk/>
            <pc:sldMk cId="2579045002" sldId="3511"/>
            <ac:spMk id="20" creationId="{9AD00BAA-8896-0328-0930-D11B23D1684D}"/>
          </ac:spMkLst>
        </pc:spChg>
        <pc:spChg chg="add">
          <ac:chgData name="Kindermann, Filip" userId="7529c165-3a94-4e7c-b4c5-3d6d6602473b" providerId="ADAL" clId="{FD7C784A-82A8-417B-881F-7FB9ACF7C9A9}" dt="2025-05-29T14:05:16.042" v="6896"/>
          <ac:spMkLst>
            <pc:docMk/>
            <pc:sldMk cId="2579045002" sldId="3511"/>
            <ac:spMk id="21" creationId="{AE7062DF-3E3B-C1F3-8ED8-FFF0E94DF3A9}"/>
          </ac:spMkLst>
        </pc:spChg>
        <pc:spChg chg="add mod ord">
          <ac:chgData name="Kindermann, Filip" userId="7529c165-3a94-4e7c-b4c5-3d6d6602473b" providerId="ADAL" clId="{FD7C784A-82A8-417B-881F-7FB9ACF7C9A9}" dt="2025-05-29T12:33:49.325" v="6526"/>
          <ac:spMkLst>
            <pc:docMk/>
            <pc:sldMk cId="2579045002" sldId="3511"/>
            <ac:spMk id="22" creationId="{061663F0-860D-6205-A7E6-C9473C7A476A}"/>
          </ac:spMkLst>
        </pc:spChg>
        <pc:spChg chg="add mod ord">
          <ac:chgData name="Kindermann, Filip" userId="7529c165-3a94-4e7c-b4c5-3d6d6602473b" providerId="ADAL" clId="{FD7C784A-82A8-417B-881F-7FB9ACF7C9A9}" dt="2025-05-29T12:33:49.325" v="6528"/>
          <ac:spMkLst>
            <pc:docMk/>
            <pc:sldMk cId="2579045002" sldId="3511"/>
            <ac:spMk id="23" creationId="{4DC82A9D-7805-18E2-06BA-087C5CF811E8}"/>
          </ac:spMkLst>
        </pc:spChg>
        <pc:spChg chg="add del mod ord">
          <ac:chgData name="Kindermann, Filip" userId="7529c165-3a94-4e7c-b4c5-3d6d6602473b" providerId="ADAL" clId="{FD7C784A-82A8-417B-881F-7FB9ACF7C9A9}" dt="2025-05-29T14:07:28.661" v="6916" actId="113"/>
          <ac:spMkLst>
            <pc:docMk/>
            <pc:sldMk cId="2579045002" sldId="3511"/>
            <ac:spMk id="29" creationId="{2EC37B36-CDA6-17A7-847A-6464374F254D}"/>
          </ac:spMkLst>
        </pc:spChg>
        <pc:spChg chg="add mod ord">
          <ac:chgData name="Kindermann, Filip" userId="7529c165-3a94-4e7c-b4c5-3d6d6602473b" providerId="ADAL" clId="{FD7C784A-82A8-417B-881F-7FB9ACF7C9A9}" dt="2025-05-29T12:33:49.341" v="6532"/>
          <ac:spMkLst>
            <pc:docMk/>
            <pc:sldMk cId="2579045002" sldId="3511"/>
            <ac:spMk id="30" creationId="{0601C49D-41AE-6C95-ABBB-966A4635BBC9}"/>
          </ac:spMkLst>
        </pc:spChg>
        <pc:spChg chg="add mod ord">
          <ac:chgData name="Kindermann, Filip" userId="7529c165-3a94-4e7c-b4c5-3d6d6602473b" providerId="ADAL" clId="{FD7C784A-82A8-417B-881F-7FB9ACF7C9A9}" dt="2025-05-29T12:33:49.341" v="6534"/>
          <ac:spMkLst>
            <pc:docMk/>
            <pc:sldMk cId="2579045002" sldId="3511"/>
            <ac:spMk id="38" creationId="{0D190DF2-A635-BD04-86EF-1A9F365B5A5B}"/>
          </ac:spMkLst>
        </pc:spChg>
        <pc:spChg chg="add mod ord">
          <ac:chgData name="Kindermann, Filip" userId="7529c165-3a94-4e7c-b4c5-3d6d6602473b" providerId="ADAL" clId="{FD7C784A-82A8-417B-881F-7FB9ACF7C9A9}" dt="2025-05-29T14:06:13.967" v="6902" actId="113"/>
          <ac:spMkLst>
            <pc:docMk/>
            <pc:sldMk cId="2579045002" sldId="3511"/>
            <ac:spMk id="39" creationId="{5AD45BAC-1F9D-0C50-D9DE-49E3425D772B}"/>
          </ac:spMkLst>
        </pc:spChg>
        <pc:spChg chg="add mod ord">
          <ac:chgData name="Kindermann, Filip" userId="7529c165-3a94-4e7c-b4c5-3d6d6602473b" providerId="ADAL" clId="{FD7C784A-82A8-417B-881F-7FB9ACF7C9A9}" dt="2025-05-29T14:06:59.187" v="6910" actId="113"/>
          <ac:spMkLst>
            <pc:docMk/>
            <pc:sldMk cId="2579045002" sldId="3511"/>
            <ac:spMk id="40" creationId="{CE4734F2-51C0-D1F1-F23D-C27FC29FAA58}"/>
          </ac:spMkLst>
        </pc:spChg>
        <pc:spChg chg="add mod ord">
          <ac:chgData name="Kindermann, Filip" userId="7529c165-3a94-4e7c-b4c5-3d6d6602473b" providerId="ADAL" clId="{FD7C784A-82A8-417B-881F-7FB9ACF7C9A9}" dt="2025-05-29T14:07:33.948" v="6917" actId="113"/>
          <ac:spMkLst>
            <pc:docMk/>
            <pc:sldMk cId="2579045002" sldId="3511"/>
            <ac:spMk id="41" creationId="{38BB6105-77FE-0256-E7DB-507D26641C3B}"/>
          </ac:spMkLst>
        </pc:spChg>
        <pc:spChg chg="add mod ord">
          <ac:chgData name="Kindermann, Filip" userId="7529c165-3a94-4e7c-b4c5-3d6d6602473b" providerId="ADAL" clId="{FD7C784A-82A8-417B-881F-7FB9ACF7C9A9}" dt="2025-05-29T14:05:36.237" v="6900" actId="20577"/>
          <ac:spMkLst>
            <pc:docMk/>
            <pc:sldMk cId="2579045002" sldId="3511"/>
            <ac:spMk id="48" creationId="{935F4957-D8F4-E4D6-12DC-C39B2FCE84A4}"/>
          </ac:spMkLst>
        </pc:spChg>
        <pc:spChg chg="add mod ord">
          <ac:chgData name="Kindermann, Filip" userId="7529c165-3a94-4e7c-b4c5-3d6d6602473b" providerId="ADAL" clId="{FD7C784A-82A8-417B-881F-7FB9ACF7C9A9}" dt="2025-05-29T14:06:28.461" v="6904" actId="113"/>
          <ac:spMkLst>
            <pc:docMk/>
            <pc:sldMk cId="2579045002" sldId="3511"/>
            <ac:spMk id="49" creationId="{9077F49A-5DBB-6464-5B39-14AF61DD332F}"/>
          </ac:spMkLst>
        </pc:spChg>
        <pc:spChg chg="add mod ord">
          <ac:chgData name="Kindermann, Filip" userId="7529c165-3a94-4e7c-b4c5-3d6d6602473b" providerId="ADAL" clId="{FD7C784A-82A8-417B-881F-7FB9ACF7C9A9}" dt="2025-05-29T14:06:41.810" v="6906" actId="113"/>
          <ac:spMkLst>
            <pc:docMk/>
            <pc:sldMk cId="2579045002" sldId="3511"/>
            <ac:spMk id="50" creationId="{3F7C5970-89FE-5796-1E49-969408F43110}"/>
          </ac:spMkLst>
        </pc:spChg>
        <pc:spChg chg="add mod ord">
          <ac:chgData name="Kindermann, Filip" userId="7529c165-3a94-4e7c-b4c5-3d6d6602473b" providerId="ADAL" clId="{FD7C784A-82A8-417B-881F-7FB9ACF7C9A9}" dt="2025-05-29T14:08:09.987" v="6920" actId="113"/>
          <ac:spMkLst>
            <pc:docMk/>
            <pc:sldMk cId="2579045002" sldId="3511"/>
            <ac:spMk id="51" creationId="{F4934B4D-CA4A-4E1C-A2C7-715AF200A692}"/>
          </ac:spMkLst>
        </pc:spChg>
        <pc:spChg chg="add mod ord">
          <ac:chgData name="Kindermann, Filip" userId="7529c165-3a94-4e7c-b4c5-3d6d6602473b" providerId="ADAL" clId="{FD7C784A-82A8-417B-881F-7FB9ACF7C9A9}" dt="2025-05-29T14:08:22.987" v="6921" actId="113"/>
          <ac:spMkLst>
            <pc:docMk/>
            <pc:sldMk cId="2579045002" sldId="3511"/>
            <ac:spMk id="52" creationId="{F9001647-C378-DC9B-A5B7-757884E3BE58}"/>
          </ac:spMkLst>
        </pc:spChg>
        <pc:spChg chg="add mod ord">
          <ac:chgData name="Kindermann, Filip" userId="7529c165-3a94-4e7c-b4c5-3d6d6602473b" providerId="ADAL" clId="{FD7C784A-82A8-417B-881F-7FB9ACF7C9A9}" dt="2025-05-29T12:33:49.341" v="6552"/>
          <ac:spMkLst>
            <pc:docMk/>
            <pc:sldMk cId="2579045002" sldId="3511"/>
            <ac:spMk id="53" creationId="{F35EC709-2381-E319-4C97-11EE61DB6323}"/>
          </ac:spMkLst>
        </pc:spChg>
        <pc:spChg chg="add mod ord">
          <ac:chgData name="Kindermann, Filip" userId="7529c165-3a94-4e7c-b4c5-3d6d6602473b" providerId="ADAL" clId="{FD7C784A-82A8-417B-881F-7FB9ACF7C9A9}" dt="2025-05-29T12:37:52.579" v="6577" actId="1076"/>
          <ac:spMkLst>
            <pc:docMk/>
            <pc:sldMk cId="2579045002" sldId="3511"/>
            <ac:spMk id="54" creationId="{FA08290F-4065-0B93-AF8C-894BB35F0EB6}"/>
          </ac:spMkLst>
        </pc:spChg>
        <pc:graphicFrameChg chg="add mod ord modVis">
          <ac:chgData name="Kindermann, Filip" userId="7529c165-3a94-4e7c-b4c5-3d6d6602473b" providerId="ADAL" clId="{FD7C784A-82A8-417B-881F-7FB9ACF7C9A9}" dt="2025-05-29T12:33:49.341" v="6556"/>
          <ac:graphicFrameMkLst>
            <pc:docMk/>
            <pc:sldMk cId="2579045002" sldId="3511"/>
            <ac:graphicFrameMk id="18" creationId="{31940552-2B40-B38F-C368-2B885691294A}"/>
          </ac:graphicFrameMkLst>
        </pc:graphicFrameChg>
        <pc:picChg chg="add del mod">
          <ac:chgData name="Kindermann, Filip" userId="7529c165-3a94-4e7c-b4c5-3d6d6602473b" providerId="ADAL" clId="{FD7C784A-82A8-417B-881F-7FB9ACF7C9A9}" dt="2025-05-29T12:33:09.135" v="6411" actId="478"/>
          <ac:picMkLst>
            <pc:docMk/>
            <pc:sldMk cId="2579045002" sldId="3511"/>
            <ac:picMk id="5" creationId="{8853F003-0442-7CF5-636D-7F1808FBD131}"/>
          </ac:picMkLst>
        </pc:picChg>
        <pc:cxnChg chg="add mod ord">
          <ac:chgData name="Kindermann, Filip" userId="7529c165-3a94-4e7c-b4c5-3d6d6602473b" providerId="ADAL" clId="{FD7C784A-82A8-417B-881F-7FB9ACF7C9A9}" dt="2025-05-29T12:33:49.309" v="6500"/>
          <ac:cxnSpMkLst>
            <pc:docMk/>
            <pc:sldMk cId="2579045002" sldId="3511"/>
            <ac:cxnSpMk id="6" creationId="{B595D9E8-BF72-D63C-125A-6A8CC8D00A97}"/>
          </ac:cxnSpMkLst>
        </pc:cxnChg>
        <pc:cxnChg chg="add mod ord">
          <ac:chgData name="Kindermann, Filip" userId="7529c165-3a94-4e7c-b4c5-3d6d6602473b" providerId="ADAL" clId="{FD7C784A-82A8-417B-881F-7FB9ACF7C9A9}" dt="2025-05-29T12:33:49.325" v="6506"/>
          <ac:cxnSpMkLst>
            <pc:docMk/>
            <pc:sldMk cId="2579045002" sldId="3511"/>
            <ac:cxnSpMk id="9" creationId="{357083DF-8E6A-C2E1-EA0D-6ECCCDE6A0D9}"/>
          </ac:cxnSpMkLst>
        </pc:cxnChg>
        <pc:cxnChg chg="add mod ord">
          <ac:chgData name="Kindermann, Filip" userId="7529c165-3a94-4e7c-b4c5-3d6d6602473b" providerId="ADAL" clId="{FD7C784A-82A8-417B-881F-7FB9ACF7C9A9}" dt="2025-05-29T12:33:49.325" v="6508"/>
          <ac:cxnSpMkLst>
            <pc:docMk/>
            <pc:sldMk cId="2579045002" sldId="3511"/>
            <ac:cxnSpMk id="10" creationId="{5F00682F-EDED-530E-D5E4-0B87E959728A}"/>
          </ac:cxnSpMkLst>
        </pc:cxnChg>
      </pc:sldChg>
      <pc:sldChg chg="modSp mod">
        <pc:chgData name="Kindermann, Filip" userId="7529c165-3a94-4e7c-b4c5-3d6d6602473b" providerId="ADAL" clId="{FD7C784A-82A8-417B-881F-7FB9ACF7C9A9}" dt="2025-05-29T14:12:23.648" v="7057" actId="12789"/>
        <pc:sldMkLst>
          <pc:docMk/>
          <pc:sldMk cId="168517779" sldId="3513"/>
        </pc:sldMkLst>
        <pc:spChg chg="mod">
          <ac:chgData name="Kindermann, Filip" userId="7529c165-3a94-4e7c-b4c5-3d6d6602473b" providerId="ADAL" clId="{FD7C784A-82A8-417B-881F-7FB9ACF7C9A9}" dt="2025-05-29T12:35:54.225" v="6568" actId="2711"/>
          <ac:spMkLst>
            <pc:docMk/>
            <pc:sldMk cId="168517779" sldId="3513"/>
            <ac:spMk id="2" creationId="{C9D2149E-8D41-BFFE-308C-7BDF83549CB3}"/>
          </ac:spMkLst>
        </pc:spChg>
        <pc:spChg chg="mod">
          <ac:chgData name="Kindermann, Filip" userId="7529c165-3a94-4e7c-b4c5-3d6d6602473b" providerId="ADAL" clId="{FD7C784A-82A8-417B-881F-7FB9ACF7C9A9}" dt="2025-05-29T13:45:07.029" v="6593" actId="20577"/>
          <ac:spMkLst>
            <pc:docMk/>
            <pc:sldMk cId="168517779" sldId="3513"/>
            <ac:spMk id="3" creationId="{D2E058BE-20B2-5945-0E6D-00F3CA34D14A}"/>
          </ac:spMkLst>
        </pc:spChg>
        <pc:spChg chg="mod">
          <ac:chgData name="Kindermann, Filip" userId="7529c165-3a94-4e7c-b4c5-3d6d6602473b" providerId="ADAL" clId="{FD7C784A-82A8-417B-881F-7FB9ACF7C9A9}" dt="2025-05-29T12:09:24.703" v="6377" actId="1076"/>
          <ac:spMkLst>
            <pc:docMk/>
            <pc:sldMk cId="168517779" sldId="3513"/>
            <ac:spMk id="4" creationId="{749E615D-5BB0-91DA-BEB6-820B9B00BA7E}"/>
          </ac:spMkLst>
        </pc:spChg>
        <pc:spChg chg="mod">
          <ac:chgData name="Kindermann, Filip" userId="7529c165-3a94-4e7c-b4c5-3d6d6602473b" providerId="ADAL" clId="{FD7C784A-82A8-417B-881F-7FB9ACF7C9A9}" dt="2025-05-29T12:09:37.356" v="6381" actId="20577"/>
          <ac:spMkLst>
            <pc:docMk/>
            <pc:sldMk cId="168517779" sldId="3513"/>
            <ac:spMk id="8" creationId="{ACD626E2-B72E-C4FD-9DEE-C508F68B8A4F}"/>
          </ac:spMkLst>
        </pc:spChg>
        <pc:spChg chg="mod">
          <ac:chgData name="Kindermann, Filip" userId="7529c165-3a94-4e7c-b4c5-3d6d6602473b" providerId="ADAL" clId="{FD7C784A-82A8-417B-881F-7FB9ACF7C9A9}" dt="2025-05-29T14:10:35.951" v="7034" actId="1037"/>
          <ac:spMkLst>
            <pc:docMk/>
            <pc:sldMk cId="168517779" sldId="3513"/>
            <ac:spMk id="12" creationId="{9CDEC7FB-FA2E-5313-2F41-E5B81A179C19}"/>
          </ac:spMkLst>
        </pc:spChg>
        <pc:spChg chg="mod">
          <ac:chgData name="Kindermann, Filip" userId="7529c165-3a94-4e7c-b4c5-3d6d6602473b" providerId="ADAL" clId="{FD7C784A-82A8-417B-881F-7FB9ACF7C9A9}" dt="2025-05-29T14:12:23.648" v="7057" actId="12789"/>
          <ac:spMkLst>
            <pc:docMk/>
            <pc:sldMk cId="168517779" sldId="3513"/>
            <ac:spMk id="15" creationId="{9A23F66C-DC94-F3F8-5D2B-98F0BF73AB48}"/>
          </ac:spMkLst>
        </pc:spChg>
        <pc:spChg chg="mod">
          <ac:chgData name="Kindermann, Filip" userId="7529c165-3a94-4e7c-b4c5-3d6d6602473b" providerId="ADAL" clId="{FD7C784A-82A8-417B-881F-7FB9ACF7C9A9}" dt="2025-05-29T14:12:16.054" v="7056" actId="554"/>
          <ac:spMkLst>
            <pc:docMk/>
            <pc:sldMk cId="168517779" sldId="3513"/>
            <ac:spMk id="16" creationId="{B3ED2610-69A2-B1C1-FF41-898B55652EBA}"/>
          </ac:spMkLst>
        </pc:spChg>
        <pc:spChg chg="mod">
          <ac:chgData name="Kindermann, Filip" userId="7529c165-3a94-4e7c-b4c5-3d6d6602473b" providerId="ADAL" clId="{FD7C784A-82A8-417B-881F-7FB9ACF7C9A9}" dt="2025-05-29T14:12:23.648" v="7057" actId="12789"/>
          <ac:spMkLst>
            <pc:docMk/>
            <pc:sldMk cId="168517779" sldId="3513"/>
            <ac:spMk id="17" creationId="{AE880463-E767-2E4B-3B63-C656EAA7FDE3}"/>
          </ac:spMkLst>
        </pc:spChg>
        <pc:spChg chg="mod">
          <ac:chgData name="Kindermann, Filip" userId="7529c165-3a94-4e7c-b4c5-3d6d6602473b" providerId="ADAL" clId="{FD7C784A-82A8-417B-881F-7FB9ACF7C9A9}" dt="2025-05-29T14:12:16.054" v="7056" actId="554"/>
          <ac:spMkLst>
            <pc:docMk/>
            <pc:sldMk cId="168517779" sldId="3513"/>
            <ac:spMk id="20" creationId="{9FB50536-F5F5-8B46-B6E1-835F60118F96}"/>
          </ac:spMkLst>
        </pc:spChg>
        <pc:spChg chg="mod">
          <ac:chgData name="Kindermann, Filip" userId="7529c165-3a94-4e7c-b4c5-3d6d6602473b" providerId="ADAL" clId="{FD7C784A-82A8-417B-881F-7FB9ACF7C9A9}" dt="2025-05-29T14:10:35.951" v="7034" actId="1037"/>
          <ac:spMkLst>
            <pc:docMk/>
            <pc:sldMk cId="168517779" sldId="3513"/>
            <ac:spMk id="21" creationId="{D6475B4B-967D-02A4-D82E-4D535DADC1CA}"/>
          </ac:spMkLst>
        </pc:spChg>
        <pc:spChg chg="mod">
          <ac:chgData name="Kindermann, Filip" userId="7529c165-3a94-4e7c-b4c5-3d6d6602473b" providerId="ADAL" clId="{FD7C784A-82A8-417B-881F-7FB9ACF7C9A9}" dt="2025-05-29T14:12:09.604" v="7055" actId="554"/>
          <ac:spMkLst>
            <pc:docMk/>
            <pc:sldMk cId="168517779" sldId="3513"/>
            <ac:spMk id="23" creationId="{2B9D4D5D-A19D-927D-56DD-471BC03A701F}"/>
          </ac:spMkLst>
        </pc:spChg>
        <pc:spChg chg="mod">
          <ac:chgData name="Kindermann, Filip" userId="7529c165-3a94-4e7c-b4c5-3d6d6602473b" providerId="ADAL" clId="{FD7C784A-82A8-417B-881F-7FB9ACF7C9A9}" dt="2025-05-29T14:11:52.348" v="7051" actId="554"/>
          <ac:spMkLst>
            <pc:docMk/>
            <pc:sldMk cId="168517779" sldId="3513"/>
            <ac:spMk id="24" creationId="{409C4658-709E-CCCA-EB41-D93EA34B4192}"/>
          </ac:spMkLst>
        </pc:spChg>
        <pc:spChg chg="mod">
          <ac:chgData name="Kindermann, Filip" userId="7529c165-3a94-4e7c-b4c5-3d6d6602473b" providerId="ADAL" clId="{FD7C784A-82A8-417B-881F-7FB9ACF7C9A9}" dt="2025-05-29T14:11:48.195" v="7050" actId="554"/>
          <ac:spMkLst>
            <pc:docMk/>
            <pc:sldMk cId="168517779" sldId="3513"/>
            <ac:spMk id="27" creationId="{F4336EF6-1B25-4B7D-28E9-ADB00EAC5105}"/>
          </ac:spMkLst>
        </pc:spChg>
        <pc:spChg chg="mod">
          <ac:chgData name="Kindermann, Filip" userId="7529c165-3a94-4e7c-b4c5-3d6d6602473b" providerId="ADAL" clId="{FD7C784A-82A8-417B-881F-7FB9ACF7C9A9}" dt="2025-05-29T14:11:42.060" v="7049" actId="554"/>
          <ac:spMkLst>
            <pc:docMk/>
            <pc:sldMk cId="168517779" sldId="3513"/>
            <ac:spMk id="28" creationId="{C282738E-4277-4A0B-76B6-26FBA84762C5}"/>
          </ac:spMkLst>
        </pc:spChg>
        <pc:spChg chg="mod">
          <ac:chgData name="Kindermann, Filip" userId="7529c165-3a94-4e7c-b4c5-3d6d6602473b" providerId="ADAL" clId="{FD7C784A-82A8-417B-881F-7FB9ACF7C9A9}" dt="2025-05-29T14:12:09.604" v="7055" actId="554"/>
          <ac:spMkLst>
            <pc:docMk/>
            <pc:sldMk cId="168517779" sldId="3513"/>
            <ac:spMk id="29" creationId="{B561E1C7-FC5B-D65B-2164-B7EC22893C8D}"/>
          </ac:spMkLst>
        </pc:spChg>
        <pc:spChg chg="mod">
          <ac:chgData name="Kindermann, Filip" userId="7529c165-3a94-4e7c-b4c5-3d6d6602473b" providerId="ADAL" clId="{FD7C784A-82A8-417B-881F-7FB9ACF7C9A9}" dt="2025-05-29T14:11:52.348" v="7051" actId="554"/>
          <ac:spMkLst>
            <pc:docMk/>
            <pc:sldMk cId="168517779" sldId="3513"/>
            <ac:spMk id="30" creationId="{FB74B124-5ED7-F66D-48BF-7DC5617D6D8F}"/>
          </ac:spMkLst>
        </pc:spChg>
        <pc:spChg chg="mod">
          <ac:chgData name="Kindermann, Filip" userId="7529c165-3a94-4e7c-b4c5-3d6d6602473b" providerId="ADAL" clId="{FD7C784A-82A8-417B-881F-7FB9ACF7C9A9}" dt="2025-05-29T14:10:35.951" v="7034" actId="1037"/>
          <ac:spMkLst>
            <pc:docMk/>
            <pc:sldMk cId="168517779" sldId="3513"/>
            <ac:spMk id="31" creationId="{FCD2CF11-3D75-BA68-8A2D-9734FDCD3F8D}"/>
          </ac:spMkLst>
        </pc:spChg>
        <pc:spChg chg="mod">
          <ac:chgData name="Kindermann, Filip" userId="7529c165-3a94-4e7c-b4c5-3d6d6602473b" providerId="ADAL" clId="{FD7C784A-82A8-417B-881F-7FB9ACF7C9A9}" dt="2025-05-29T14:11:42.060" v="7049" actId="554"/>
          <ac:spMkLst>
            <pc:docMk/>
            <pc:sldMk cId="168517779" sldId="3513"/>
            <ac:spMk id="34" creationId="{2E85E34A-F9A3-3C86-1515-EC974C35CB68}"/>
          </ac:spMkLst>
        </pc:spChg>
        <pc:spChg chg="mod">
          <ac:chgData name="Kindermann, Filip" userId="7529c165-3a94-4e7c-b4c5-3d6d6602473b" providerId="ADAL" clId="{FD7C784A-82A8-417B-881F-7FB9ACF7C9A9}" dt="2025-05-29T14:11:48.195" v="7050" actId="554"/>
          <ac:spMkLst>
            <pc:docMk/>
            <pc:sldMk cId="168517779" sldId="3513"/>
            <ac:spMk id="36" creationId="{3347D1A0-553A-5143-4C45-C64EDF1611FB}"/>
          </ac:spMkLst>
        </pc:spChg>
        <pc:cxnChg chg="mod">
          <ac:chgData name="Kindermann, Filip" userId="7529c165-3a94-4e7c-b4c5-3d6d6602473b" providerId="ADAL" clId="{FD7C784A-82A8-417B-881F-7FB9ACF7C9A9}" dt="2025-05-29T14:10:35.951" v="7034" actId="1037"/>
          <ac:cxnSpMkLst>
            <pc:docMk/>
            <pc:sldMk cId="168517779" sldId="3513"/>
            <ac:cxnSpMk id="14" creationId="{DCACCBFB-6E9E-02B7-922F-A854E4BCF93E}"/>
          </ac:cxnSpMkLst>
        </pc:cxnChg>
      </pc:sldChg>
      <pc:sldChg chg="modSp mod">
        <pc:chgData name="Kindermann, Filip" userId="7529c165-3a94-4e7c-b4c5-3d6d6602473b" providerId="ADAL" clId="{FD7C784A-82A8-417B-881F-7FB9ACF7C9A9}" dt="2025-05-29T12:29:33.521" v="6404"/>
        <pc:sldMkLst>
          <pc:docMk/>
          <pc:sldMk cId="1521187184" sldId="3514"/>
        </pc:sldMkLst>
        <pc:spChg chg="mod">
          <ac:chgData name="Kindermann, Filip" userId="7529c165-3a94-4e7c-b4c5-3d6d6602473b" providerId="ADAL" clId="{FD7C784A-82A8-417B-881F-7FB9ACF7C9A9}" dt="2025-05-29T12:29:33.521" v="6404"/>
          <ac:spMkLst>
            <pc:docMk/>
            <pc:sldMk cId="1521187184" sldId="3514"/>
            <ac:spMk id="6" creationId="{A3566A3B-19EC-E7F6-A105-3A8EF5E315B4}"/>
          </ac:spMkLst>
        </pc:spChg>
      </pc:sldChg>
      <pc:sldMasterChg chg="modSldLayout">
        <pc:chgData name="Kindermann, Filip" userId="7529c165-3a94-4e7c-b4c5-3d6d6602473b" providerId="ADAL" clId="{FD7C784A-82A8-417B-881F-7FB9ACF7C9A9}" dt="2025-05-29T12:35:39.199" v="6567" actId="2711"/>
        <pc:sldMasterMkLst>
          <pc:docMk/>
          <pc:sldMasterMk cId="1874261132" sldId="2147483660"/>
        </pc:sldMasterMkLst>
        <pc:sldLayoutChg chg="addSp delSp modSp mod">
          <pc:chgData name="Kindermann, Filip" userId="7529c165-3a94-4e7c-b4c5-3d6d6602473b" providerId="ADAL" clId="{FD7C784A-82A8-417B-881F-7FB9ACF7C9A9}" dt="2025-05-29T12:35:25.777" v="6565" actId="2711"/>
          <pc:sldLayoutMkLst>
            <pc:docMk/>
            <pc:sldMasterMk cId="1874261132" sldId="2147483660"/>
            <pc:sldLayoutMk cId="4143137159" sldId="2147483662"/>
          </pc:sldLayoutMkLst>
          <pc:spChg chg="mod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5" creationId="{39E1E35D-4142-2B59-D9FE-8988D0ECEB2E}"/>
            </ac:spMkLst>
          </pc:spChg>
          <pc:spChg chg="add del mod topLvl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10" creationId="{5AC6CE27-E116-1B40-B083-752A6B3CFAE0}"/>
            </ac:spMkLst>
          </pc:spChg>
          <pc:spChg chg="mod topLvl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11" creationId="{EF80BD1A-C0FB-F24D-B091-6018B1D353EA}"/>
            </ac:spMkLst>
          </pc:spChg>
          <pc:spChg chg="mod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13" creationId="{C0D3D432-2E44-C142-ABD2-BDF76D6F55C1}"/>
            </ac:spMkLst>
          </pc:spChg>
          <pc:spChg chg="mod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14" creationId="{56AF44A3-836A-442E-9C39-2A2D1905E9D4}"/>
            </ac:spMkLst>
          </pc:spChg>
          <pc:spChg chg="mod topLvl">
            <ac:chgData name="Kindermann, Filip" userId="7529c165-3a94-4e7c-b4c5-3d6d6602473b" providerId="ADAL" clId="{FD7C784A-82A8-417B-881F-7FB9ACF7C9A9}" dt="2025-05-29T12:35:25.777" v="6565" actId="2711"/>
            <ac:spMkLst>
              <pc:docMk/>
              <pc:sldMasterMk cId="1874261132" sldId="2147483660"/>
              <pc:sldLayoutMk cId="4143137159" sldId="2147483662"/>
              <ac:spMk id="15" creationId="{9136C9A5-23D2-2D4E-BC8E-4F7A96AE0BFA}"/>
            </ac:spMkLst>
          </pc:spChg>
          <pc:graphicFrameChg chg="add mod ord modVis">
            <ac:chgData name="Kindermann, Filip" userId="7529c165-3a94-4e7c-b4c5-3d6d6602473b" providerId="ADAL" clId="{FD7C784A-82A8-417B-881F-7FB9ACF7C9A9}" dt="2025-05-28T10:21:11.467" v="1318"/>
            <ac:graphicFrameMkLst>
              <pc:docMk/>
              <pc:sldMasterMk cId="1874261132" sldId="2147483660"/>
              <pc:sldLayoutMk cId="4143137159" sldId="2147483662"/>
              <ac:graphicFrameMk id="4" creationId="{6E8838DC-06E1-1153-A30E-90E0EDBD3F58}"/>
            </ac:graphicFrameMkLst>
          </pc:graphicFrameChg>
          <pc:cxnChg chg="mod">
            <ac:chgData name="Kindermann, Filip" userId="7529c165-3a94-4e7c-b4c5-3d6d6602473b" providerId="ADAL" clId="{FD7C784A-82A8-417B-881F-7FB9ACF7C9A9}" dt="2025-05-29T12:35:25.777" v="6565" actId="2711"/>
            <ac:cxnSpMkLst>
              <pc:docMk/>
              <pc:sldMasterMk cId="1874261132" sldId="2147483660"/>
              <pc:sldLayoutMk cId="4143137159" sldId="2147483662"/>
              <ac:cxnSpMk id="3" creationId="{FFE044F8-DED4-4949-A15C-64DB9ECF6E05}"/>
            </ac:cxnSpMkLst>
          </pc:cxnChg>
        </pc:sldLayoutChg>
        <pc:sldLayoutChg chg="addSp delSp modSp mod">
          <pc:chgData name="Kindermann, Filip" userId="7529c165-3a94-4e7c-b4c5-3d6d6602473b" providerId="ADAL" clId="{FD7C784A-82A8-417B-881F-7FB9ACF7C9A9}" dt="2025-05-29T12:35:32.632" v="6566" actId="2711"/>
          <pc:sldLayoutMkLst>
            <pc:docMk/>
            <pc:sldMasterMk cId="1874261132" sldId="2147483660"/>
            <pc:sldLayoutMk cId="942574668" sldId="2147483663"/>
          </pc:sldLayoutMkLst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4" creationId="{604D47B1-A550-D6AA-A1FA-FFF77E4C3700}"/>
            </ac:spMkLst>
          </pc:spChg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6" creationId="{75A8E25A-748A-AEA7-5A7F-979F7590F3AB}"/>
            </ac:spMkLst>
          </pc:spChg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7" creationId="{DE5DCAB4-0E5D-82FD-B0B1-1D54E606D441}"/>
            </ac:spMkLst>
          </pc:spChg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8" creationId="{E7AFBACF-5E2A-E908-BAE0-3E32A970D835}"/>
            </ac:spMkLst>
          </pc:spChg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16" creationId="{2AA14151-8C29-EAF8-D6B2-B684FB6EB67B}"/>
            </ac:spMkLst>
          </pc:spChg>
          <pc:spChg chg="add mod">
            <ac:chgData name="Kindermann, Filip" userId="7529c165-3a94-4e7c-b4c5-3d6d6602473b" providerId="ADAL" clId="{FD7C784A-82A8-417B-881F-7FB9ACF7C9A9}" dt="2025-05-29T12:35:32.632" v="6566" actId="2711"/>
            <ac:spMkLst>
              <pc:docMk/>
              <pc:sldMasterMk cId="1874261132" sldId="2147483660"/>
              <pc:sldLayoutMk cId="942574668" sldId="2147483663"/>
              <ac:spMk id="17" creationId="{EE485DBB-5909-FBC4-6988-396C1C8C70A6}"/>
            </ac:spMkLst>
          </pc:spChg>
          <pc:cxnChg chg="add mod">
            <ac:chgData name="Kindermann, Filip" userId="7529c165-3a94-4e7c-b4c5-3d6d6602473b" providerId="ADAL" clId="{FD7C784A-82A8-417B-881F-7FB9ACF7C9A9}" dt="2025-05-29T12:35:32.632" v="6566" actId="2711"/>
            <ac:cxnSpMkLst>
              <pc:docMk/>
              <pc:sldMasterMk cId="1874261132" sldId="2147483660"/>
              <pc:sldLayoutMk cId="942574668" sldId="2147483663"/>
              <ac:cxnSpMk id="15" creationId="{444D79FC-A29E-1949-EF26-E9AFB5F888B0}"/>
            </ac:cxnSpMkLst>
          </pc:cxnChg>
        </pc:sldLayoutChg>
        <pc:sldLayoutChg chg="addSp delSp modSp mod">
          <pc:chgData name="Kindermann, Filip" userId="7529c165-3a94-4e7c-b4c5-3d6d6602473b" providerId="ADAL" clId="{FD7C784A-82A8-417B-881F-7FB9ACF7C9A9}" dt="2025-05-29T12:35:39.199" v="6567" actId="2711"/>
          <pc:sldLayoutMkLst>
            <pc:docMk/>
            <pc:sldMasterMk cId="1874261132" sldId="2147483660"/>
            <pc:sldLayoutMk cId="1392367858" sldId="2147483664"/>
          </pc:sldLayoutMkLst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18" creationId="{0740250F-1305-1FF6-03E9-C4B257374E36}"/>
            </ac:spMkLst>
          </pc:spChg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19" creationId="{D97166E3-50FA-B946-0CF9-29186918731E}"/>
            </ac:spMkLst>
          </pc:spChg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20" creationId="{0C714010-6596-0F7C-6540-9B008CA295EA}"/>
            </ac:spMkLst>
          </pc:spChg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21" creationId="{3AA5F3DA-224B-8329-D29A-9CDC2F9DF3BD}"/>
            </ac:spMkLst>
          </pc:spChg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23" creationId="{87CD60A7-F3CB-0ECB-7B7C-4C5BF37B469C}"/>
            </ac:spMkLst>
          </pc:spChg>
          <pc:spChg chg="add mod">
            <ac:chgData name="Kindermann, Filip" userId="7529c165-3a94-4e7c-b4c5-3d6d6602473b" providerId="ADAL" clId="{FD7C784A-82A8-417B-881F-7FB9ACF7C9A9}" dt="2025-05-29T12:35:39.199" v="6567" actId="2711"/>
            <ac:spMkLst>
              <pc:docMk/>
              <pc:sldMasterMk cId="1874261132" sldId="2147483660"/>
              <pc:sldLayoutMk cId="1392367858" sldId="2147483664"/>
              <ac:spMk id="24" creationId="{7451F2D6-DFE7-C54B-20BC-AE0EE6F99A2E}"/>
            </ac:spMkLst>
          </pc:spChg>
          <pc:cxnChg chg="add mod">
            <ac:chgData name="Kindermann, Filip" userId="7529c165-3a94-4e7c-b4c5-3d6d6602473b" providerId="ADAL" clId="{FD7C784A-82A8-417B-881F-7FB9ACF7C9A9}" dt="2025-05-29T12:35:39.199" v="6567" actId="2711"/>
            <ac:cxnSpMkLst>
              <pc:docMk/>
              <pc:sldMasterMk cId="1874261132" sldId="2147483660"/>
              <pc:sldLayoutMk cId="1392367858" sldId="2147483664"/>
              <ac:cxnSpMk id="22" creationId="{856F7515-7687-AAE7-B889-13E925F77DED}"/>
            </ac:cxnSpMkLst>
          </pc:cxnChg>
        </pc:sldLayoutChg>
      </pc:sldMasterChg>
    </pc:docChg>
  </pc:docChgLst>
  <pc:docChgLst>
    <pc:chgData name="Leiter, Tristan Kilian" userId="aff616bd-4ba4-4d5a-a6ae-24fbc901fafd" providerId="ADAL" clId="{B28D4E2F-CF32-411A-A027-9BFCA21F4703}"/>
    <pc:docChg chg="undo custSel addSld delSld modSld sldOrd">
      <pc:chgData name="Leiter, Tristan Kilian" userId="aff616bd-4ba4-4d5a-a6ae-24fbc901fafd" providerId="ADAL" clId="{B28D4E2F-CF32-411A-A027-9BFCA21F4703}" dt="2025-05-29T13:53:47.120" v="20543" actId="20577"/>
      <pc:docMkLst>
        <pc:docMk/>
      </pc:docMkLst>
      <pc:sldChg chg="addSp delSp modSp mod ord">
        <pc:chgData name="Leiter, Tristan Kilian" userId="aff616bd-4ba4-4d5a-a6ae-24fbc901fafd" providerId="ADAL" clId="{B28D4E2F-CF32-411A-A027-9BFCA21F4703}" dt="2025-05-29T13:43:14.053" v="20527" actId="20577"/>
        <pc:sldMkLst>
          <pc:docMk/>
          <pc:sldMk cId="2842863952" sldId="3498"/>
        </pc:sldMkLst>
        <pc:spChg chg="add mod">
          <ac:chgData name="Leiter, Tristan Kilian" userId="aff616bd-4ba4-4d5a-a6ae-24fbc901fafd" providerId="ADAL" clId="{B28D4E2F-CF32-411A-A027-9BFCA21F4703}" dt="2025-05-29T13:43:14.053" v="20527" actId="20577"/>
          <ac:spMkLst>
            <pc:docMk/>
            <pc:sldMk cId="2842863952" sldId="3498"/>
            <ac:spMk id="10" creationId="{F8CAAC3D-FFFB-133C-7BEB-E67EBA6925C5}"/>
          </ac:spMkLst>
        </pc:spChg>
        <pc:spChg chg="add mod">
          <ac:chgData name="Leiter, Tristan Kilian" userId="aff616bd-4ba4-4d5a-a6ae-24fbc901fafd" providerId="ADAL" clId="{B28D4E2F-CF32-411A-A027-9BFCA21F4703}" dt="2025-05-29T13:43:04.448" v="20526" actId="20577"/>
          <ac:spMkLst>
            <pc:docMk/>
            <pc:sldMk cId="2842863952" sldId="3498"/>
            <ac:spMk id="12" creationId="{A367D155-1E7D-00A5-7F7A-EB2E03CBE631}"/>
          </ac:spMkLst>
        </pc:spChg>
        <pc:spChg chg="add mod">
          <ac:chgData name="Leiter, Tristan Kilian" userId="aff616bd-4ba4-4d5a-a6ae-24fbc901fafd" providerId="ADAL" clId="{B28D4E2F-CF32-411A-A027-9BFCA21F4703}" dt="2025-05-29T13:41:43.908" v="20525" actId="20577"/>
          <ac:spMkLst>
            <pc:docMk/>
            <pc:sldMk cId="2842863952" sldId="3498"/>
            <ac:spMk id="29" creationId="{33990417-5A17-8701-56CF-1C6A84FE5D4E}"/>
          </ac:spMkLst>
        </pc:spChg>
        <pc:graphicFrameChg chg="add del mod">
          <ac:chgData name="Leiter, Tristan Kilian" userId="aff616bd-4ba4-4d5a-a6ae-24fbc901fafd" providerId="ADAL" clId="{B28D4E2F-CF32-411A-A027-9BFCA21F4703}" dt="2025-05-29T13:37:09.721" v="20501" actId="478"/>
          <ac:graphicFrameMkLst>
            <pc:docMk/>
            <pc:sldMk cId="2842863952" sldId="3498"/>
            <ac:graphicFrameMk id="22" creationId="{41E3EA3D-51DA-3E82-00C5-5DAE6F0D7854}"/>
          </ac:graphicFrameMkLst>
        </pc:graphicFrameChg>
        <pc:picChg chg="add mod ord">
          <ac:chgData name="Leiter, Tristan Kilian" userId="aff616bd-4ba4-4d5a-a6ae-24fbc901fafd" providerId="ADAL" clId="{B28D4E2F-CF32-411A-A027-9BFCA21F4703}" dt="2025-05-29T13:36:15.720" v="20479" actId="167"/>
          <ac:picMkLst>
            <pc:docMk/>
            <pc:sldMk cId="2842863952" sldId="3498"/>
            <ac:picMk id="19" creationId="{1B866491-DBA9-9C2D-FDB9-4C9067F44C75}"/>
          </ac:picMkLst>
        </pc:picChg>
        <pc:picChg chg="add mod ord">
          <ac:chgData name="Leiter, Tristan Kilian" userId="aff616bd-4ba4-4d5a-a6ae-24fbc901fafd" providerId="ADAL" clId="{B28D4E2F-CF32-411A-A027-9BFCA21F4703}" dt="2025-05-29T13:37:00.246" v="20499" actId="1037"/>
          <ac:picMkLst>
            <pc:docMk/>
            <pc:sldMk cId="2842863952" sldId="3498"/>
            <ac:picMk id="21" creationId="{F3A248FD-0416-0AF4-4A58-7D33E593ADA2}"/>
          </ac:picMkLst>
        </pc:picChg>
        <pc:picChg chg="add mod ord">
          <ac:chgData name="Leiter, Tristan Kilian" userId="aff616bd-4ba4-4d5a-a6ae-24fbc901fafd" providerId="ADAL" clId="{B28D4E2F-CF32-411A-A027-9BFCA21F4703}" dt="2025-05-29T13:37:46.243" v="20518" actId="1037"/>
          <ac:picMkLst>
            <pc:docMk/>
            <pc:sldMk cId="2842863952" sldId="3498"/>
            <ac:picMk id="24" creationId="{36CC9263-B0C3-0086-08DE-5FCA0636DDC1}"/>
          </ac:picMkLst>
        </pc:picChg>
        <pc:picChg chg="add del mod ord">
          <ac:chgData name="Leiter, Tristan Kilian" userId="aff616bd-4ba4-4d5a-a6ae-24fbc901fafd" providerId="ADAL" clId="{B28D4E2F-CF32-411A-A027-9BFCA21F4703}" dt="2025-05-29T13:35:35.952" v="20395" actId="478"/>
          <ac:picMkLst>
            <pc:docMk/>
            <pc:sldMk cId="2842863952" sldId="3498"/>
            <ac:picMk id="34" creationId="{8744DA28-8DAA-8517-43AB-4C12CC69C491}"/>
          </ac:picMkLst>
        </pc:picChg>
        <pc:picChg chg="add del mod">
          <ac:chgData name="Leiter, Tristan Kilian" userId="aff616bd-4ba4-4d5a-a6ae-24fbc901fafd" providerId="ADAL" clId="{B28D4E2F-CF32-411A-A027-9BFCA21F4703}" dt="2025-05-29T13:36:41.773" v="20487" actId="478"/>
          <ac:picMkLst>
            <pc:docMk/>
            <pc:sldMk cId="2842863952" sldId="3498"/>
            <ac:picMk id="37" creationId="{3A52E940-537F-2D14-0125-1E6360343B9E}"/>
          </ac:picMkLst>
        </pc:picChg>
        <pc:picChg chg="add del mod">
          <ac:chgData name="Leiter, Tristan Kilian" userId="aff616bd-4ba4-4d5a-a6ae-24fbc901fafd" providerId="ADAL" clId="{B28D4E2F-CF32-411A-A027-9BFCA21F4703}" dt="2025-05-29T13:37:32.619" v="20509" actId="478"/>
          <ac:picMkLst>
            <pc:docMk/>
            <pc:sldMk cId="2842863952" sldId="3498"/>
            <ac:picMk id="40" creationId="{AC6589DA-6CDF-310B-64CE-90516028F30B}"/>
          </ac:picMkLst>
        </pc:picChg>
      </pc:sldChg>
      <pc:sldChg chg="addSp delSp modSp add del mod">
        <pc:chgData name="Leiter, Tristan Kilian" userId="aff616bd-4ba4-4d5a-a6ae-24fbc901fafd" providerId="ADAL" clId="{B28D4E2F-CF32-411A-A027-9BFCA21F4703}" dt="2025-05-28T18:00:36.096" v="13457" actId="47"/>
        <pc:sldMkLst>
          <pc:docMk/>
          <pc:sldMk cId="561871509" sldId="3499"/>
        </pc:sldMkLst>
      </pc:sldChg>
      <pc:sldChg chg="new del">
        <pc:chgData name="Leiter, Tristan Kilian" userId="aff616bd-4ba4-4d5a-a6ae-24fbc901fafd" providerId="ADAL" clId="{B28D4E2F-CF32-411A-A027-9BFCA21F4703}" dt="2025-05-28T08:56:54.821" v="1" actId="47"/>
        <pc:sldMkLst>
          <pc:docMk/>
          <pc:sldMk cId="614961892" sldId="3499"/>
        </pc:sldMkLst>
      </pc:sldChg>
      <pc:sldChg chg="mod ord modShow">
        <pc:chgData name="Leiter, Tristan Kilian" userId="aff616bd-4ba4-4d5a-a6ae-24fbc901fafd" providerId="ADAL" clId="{B28D4E2F-CF32-411A-A027-9BFCA21F4703}" dt="2025-05-29T09:31:38.794" v="15089"/>
        <pc:sldMkLst>
          <pc:docMk/>
          <pc:sldMk cId="1058532275" sldId="3501"/>
        </pc:sldMkLst>
      </pc:sldChg>
      <pc:sldChg chg="addSp modSp add mod ord">
        <pc:chgData name="Leiter, Tristan Kilian" userId="aff616bd-4ba4-4d5a-a6ae-24fbc901fafd" providerId="ADAL" clId="{B28D4E2F-CF32-411A-A027-9BFCA21F4703}" dt="2025-05-29T13:53:47.120" v="20543" actId="20577"/>
        <pc:sldMkLst>
          <pc:docMk/>
          <pc:sldMk cId="1443544784" sldId="3502"/>
        </pc:sldMkLst>
        <pc:spChg chg="mod">
          <ac:chgData name="Leiter, Tristan Kilian" userId="aff616bd-4ba4-4d5a-a6ae-24fbc901fafd" providerId="ADAL" clId="{B28D4E2F-CF32-411A-A027-9BFCA21F4703}" dt="2025-05-28T10:36:45.917" v="2863" actId="20577"/>
          <ac:spMkLst>
            <pc:docMk/>
            <pc:sldMk cId="1443544784" sldId="3502"/>
            <ac:spMk id="2" creationId="{46F14F59-47F9-FE2C-73B7-5C2718673F48}"/>
          </ac:spMkLst>
        </pc:spChg>
        <pc:spChg chg="add mod">
          <ac:chgData name="Leiter, Tristan Kilian" userId="aff616bd-4ba4-4d5a-a6ae-24fbc901fafd" providerId="ADAL" clId="{B28D4E2F-CF32-411A-A027-9BFCA21F4703}" dt="2025-05-29T13:53:47.120" v="20543" actId="20577"/>
          <ac:spMkLst>
            <pc:docMk/>
            <pc:sldMk cId="1443544784" sldId="3502"/>
            <ac:spMk id="4" creationId="{6D8A23F4-0857-6299-D7C1-83F6DC7F8E14}"/>
          </ac:spMkLst>
        </pc:spChg>
      </pc:sldChg>
      <pc:sldChg chg="addSp delSp modSp add del mod">
        <pc:chgData name="Leiter, Tristan Kilian" userId="aff616bd-4ba4-4d5a-a6ae-24fbc901fafd" providerId="ADAL" clId="{B28D4E2F-CF32-411A-A027-9BFCA21F4703}" dt="2025-05-28T13:31:05.041" v="7730" actId="47"/>
        <pc:sldMkLst>
          <pc:docMk/>
          <pc:sldMk cId="1750026801" sldId="3503"/>
        </pc:sldMkLst>
      </pc:sldChg>
      <pc:sldChg chg="addSp delSp modSp add del mod ord modShow">
        <pc:chgData name="Leiter, Tristan Kilian" userId="aff616bd-4ba4-4d5a-a6ae-24fbc901fafd" providerId="ADAL" clId="{B28D4E2F-CF32-411A-A027-9BFCA21F4703}" dt="2025-05-29T12:01:23.144" v="17555" actId="47"/>
        <pc:sldMkLst>
          <pc:docMk/>
          <pc:sldMk cId="1314274823" sldId="3504"/>
        </pc:sldMkLst>
        <pc:spChg chg="add mod">
          <ac:chgData name="Leiter, Tristan Kilian" userId="aff616bd-4ba4-4d5a-a6ae-24fbc901fafd" providerId="ADAL" clId="{B28D4E2F-CF32-411A-A027-9BFCA21F4703}" dt="2025-05-29T09:56:05.397" v="16142" actId="1036"/>
          <ac:spMkLst>
            <pc:docMk/>
            <pc:sldMk cId="1314274823" sldId="3504"/>
            <ac:spMk id="8" creationId="{3D8ECE23-B676-1002-CA25-8AD6FF4A0F40}"/>
          </ac:spMkLst>
        </pc:spChg>
        <pc:spChg chg="add mod">
          <ac:chgData name="Leiter, Tristan Kilian" userId="aff616bd-4ba4-4d5a-a6ae-24fbc901fafd" providerId="ADAL" clId="{B28D4E2F-CF32-411A-A027-9BFCA21F4703}" dt="2025-05-29T09:56:16.300" v="16214" actId="1035"/>
          <ac:spMkLst>
            <pc:docMk/>
            <pc:sldMk cId="1314274823" sldId="3504"/>
            <ac:spMk id="11" creationId="{1B9CC225-DB00-BBA3-5453-D735A295B3D4}"/>
          </ac:spMkLst>
        </pc:spChg>
        <pc:picChg chg="add mod ord">
          <ac:chgData name="Leiter, Tristan Kilian" userId="aff616bd-4ba4-4d5a-a6ae-24fbc901fafd" providerId="ADAL" clId="{B28D4E2F-CF32-411A-A027-9BFCA21F4703}" dt="2025-05-29T09:37:19.841" v="15258" actId="166"/>
          <ac:picMkLst>
            <pc:docMk/>
            <pc:sldMk cId="1314274823" sldId="3504"/>
            <ac:picMk id="5" creationId="{E5BCDAB5-F941-30ED-34AB-4ED2C974A066}"/>
          </ac:picMkLst>
        </pc:picChg>
        <pc:picChg chg="add del mod">
          <ac:chgData name="Leiter, Tristan Kilian" userId="aff616bd-4ba4-4d5a-a6ae-24fbc901fafd" providerId="ADAL" clId="{B28D4E2F-CF32-411A-A027-9BFCA21F4703}" dt="2025-05-29T09:35:21.889" v="15095" actId="478"/>
          <ac:picMkLst>
            <pc:docMk/>
            <pc:sldMk cId="1314274823" sldId="3504"/>
            <ac:picMk id="6" creationId="{4ABCA7C4-3385-2267-86FC-B3F80E825253}"/>
          </ac:picMkLst>
        </pc:picChg>
        <pc:picChg chg="add mod ord">
          <ac:chgData name="Leiter, Tristan Kilian" userId="aff616bd-4ba4-4d5a-a6ae-24fbc901fafd" providerId="ADAL" clId="{B28D4E2F-CF32-411A-A027-9BFCA21F4703}" dt="2025-05-29T09:37:21.681" v="15262" actId="1035"/>
          <ac:picMkLst>
            <pc:docMk/>
            <pc:sldMk cId="1314274823" sldId="3504"/>
            <ac:picMk id="9" creationId="{DC4863FB-CD14-8F50-1C8F-1BA337BBDFEA}"/>
          </ac:picMkLst>
        </pc:picChg>
        <pc:picChg chg="add del mod">
          <ac:chgData name="Leiter, Tristan Kilian" userId="aff616bd-4ba4-4d5a-a6ae-24fbc901fafd" providerId="ADAL" clId="{B28D4E2F-CF32-411A-A027-9BFCA21F4703}" dt="2025-05-29T10:27:26.365" v="16218" actId="478"/>
          <ac:picMkLst>
            <pc:docMk/>
            <pc:sldMk cId="1314274823" sldId="3504"/>
            <ac:picMk id="13" creationId="{0DA7F583-E17D-8E64-BF87-FCEF73D776E2}"/>
          </ac:picMkLst>
        </pc:picChg>
        <pc:cxnChg chg="add mod">
          <ac:chgData name="Leiter, Tristan Kilian" userId="aff616bd-4ba4-4d5a-a6ae-24fbc901fafd" providerId="ADAL" clId="{B28D4E2F-CF32-411A-A027-9BFCA21F4703}" dt="2025-05-29T09:37:42.798" v="15315" actId="1038"/>
          <ac:cxnSpMkLst>
            <pc:docMk/>
            <pc:sldMk cId="1314274823" sldId="3504"/>
            <ac:cxnSpMk id="10" creationId="{EEA29008-0EA9-1FB4-7F87-F825F2C7FC46}"/>
          </ac:cxnSpMkLst>
        </pc:cxnChg>
      </pc:sldChg>
      <pc:sldChg chg="addSp delSp modSp add del mod">
        <pc:chgData name="Leiter, Tristan Kilian" userId="aff616bd-4ba4-4d5a-a6ae-24fbc901fafd" providerId="ADAL" clId="{B28D4E2F-CF32-411A-A027-9BFCA21F4703}" dt="2025-05-28T13:41:58.013" v="8168" actId="47"/>
        <pc:sldMkLst>
          <pc:docMk/>
          <pc:sldMk cId="383883900" sldId="3505"/>
        </pc:sldMkLst>
      </pc:sldChg>
      <pc:sldChg chg="addSp delSp modSp add mod">
        <pc:chgData name="Leiter, Tristan Kilian" userId="aff616bd-4ba4-4d5a-a6ae-24fbc901fafd" providerId="ADAL" clId="{B28D4E2F-CF32-411A-A027-9BFCA21F4703}" dt="2025-05-29T13:34:07.060" v="20394" actId="20577"/>
        <pc:sldMkLst>
          <pc:docMk/>
          <pc:sldMk cId="351932028" sldId="3506"/>
        </pc:sldMkLst>
        <pc:spChg chg="mod">
          <ac:chgData name="Leiter, Tristan Kilian" userId="aff616bd-4ba4-4d5a-a6ae-24fbc901fafd" providerId="ADAL" clId="{B28D4E2F-CF32-411A-A027-9BFCA21F4703}" dt="2025-05-28T18:38:18.193" v="14321" actId="20577"/>
          <ac:spMkLst>
            <pc:docMk/>
            <pc:sldMk cId="351932028" sldId="3506"/>
            <ac:spMk id="4" creationId="{F1AA9ACF-24A4-8CDE-96B8-979F44666ADE}"/>
          </ac:spMkLst>
        </pc:spChg>
        <pc:spChg chg="mod">
          <ac:chgData name="Leiter, Tristan Kilian" userId="aff616bd-4ba4-4d5a-a6ae-24fbc901fafd" providerId="ADAL" clId="{B28D4E2F-CF32-411A-A027-9BFCA21F4703}" dt="2025-05-28T13:36:06.281" v="7954" actId="14100"/>
          <ac:spMkLst>
            <pc:docMk/>
            <pc:sldMk cId="351932028" sldId="3506"/>
            <ac:spMk id="12" creationId="{FFED563E-6796-129F-83B0-AECD1422B673}"/>
          </ac:spMkLst>
        </pc:spChg>
        <pc:graphicFrameChg chg="add mod modGraphic">
          <ac:chgData name="Leiter, Tristan Kilian" userId="aff616bd-4ba4-4d5a-a6ae-24fbc901fafd" providerId="ADAL" clId="{B28D4E2F-CF32-411A-A027-9BFCA21F4703}" dt="2025-05-29T13:34:07.060" v="20394" actId="20577"/>
          <ac:graphicFrameMkLst>
            <pc:docMk/>
            <pc:sldMk cId="351932028" sldId="3506"/>
            <ac:graphicFrameMk id="6" creationId="{784C2C09-3AA9-5F06-FEAA-130D199B2F47}"/>
          </ac:graphicFrameMkLst>
        </pc:graphicFrameChg>
        <pc:picChg chg="add mod">
          <ac:chgData name="Leiter, Tristan Kilian" userId="aff616bd-4ba4-4d5a-a6ae-24fbc901fafd" providerId="ADAL" clId="{B28D4E2F-CF32-411A-A027-9BFCA21F4703}" dt="2025-05-28T14:31:09.882" v="8678" actId="1076"/>
          <ac:picMkLst>
            <pc:docMk/>
            <pc:sldMk cId="351932028" sldId="3506"/>
            <ac:picMk id="8" creationId="{A9C7A89C-D51A-C5BA-AA06-2F2A8F10E840}"/>
          </ac:picMkLst>
        </pc:picChg>
      </pc:sldChg>
      <pc:sldChg chg="addSp delSp modSp add mod ord modShow">
        <pc:chgData name="Leiter, Tristan Kilian" userId="aff616bd-4ba4-4d5a-a6ae-24fbc901fafd" providerId="ADAL" clId="{B28D4E2F-CF32-411A-A027-9BFCA21F4703}" dt="2025-05-29T09:31:33.544" v="15086"/>
        <pc:sldMkLst>
          <pc:docMk/>
          <pc:sldMk cId="2384739674" sldId="3508"/>
        </pc:sldMkLst>
      </pc:sldChg>
      <pc:sldChg chg="modSp mod">
        <pc:chgData name="Leiter, Tristan Kilian" userId="aff616bd-4ba4-4d5a-a6ae-24fbc901fafd" providerId="ADAL" clId="{B28D4E2F-CF32-411A-A027-9BFCA21F4703}" dt="2025-05-29T12:46:37.333" v="20352" actId="113"/>
        <pc:sldMkLst>
          <pc:docMk/>
          <pc:sldMk cId="2579045002" sldId="3511"/>
        </pc:sldMkLst>
        <pc:spChg chg="mod">
          <ac:chgData name="Leiter, Tristan Kilian" userId="aff616bd-4ba4-4d5a-a6ae-24fbc901fafd" providerId="ADAL" clId="{B28D4E2F-CF32-411A-A027-9BFCA21F4703}" dt="2025-05-29T12:46:37.333" v="20352" actId="113"/>
          <ac:spMkLst>
            <pc:docMk/>
            <pc:sldMk cId="2579045002" sldId="3511"/>
            <ac:spMk id="17" creationId="{49C89E43-B800-5F8B-4041-B2D43EF6F7BB}"/>
          </ac:spMkLst>
        </pc:spChg>
      </pc:sldChg>
      <pc:sldChg chg="add del">
        <pc:chgData name="Leiter, Tristan Kilian" userId="aff616bd-4ba4-4d5a-a6ae-24fbc901fafd" providerId="ADAL" clId="{B28D4E2F-CF32-411A-A027-9BFCA21F4703}" dt="2025-05-29T11:44:29.812" v="17248" actId="47"/>
        <pc:sldMkLst>
          <pc:docMk/>
          <pc:sldMk cId="2329874404" sldId="3512"/>
        </pc:sldMkLst>
      </pc:sldChg>
      <pc:sldChg chg="addSp delSp modSp add mod">
        <pc:chgData name="Leiter, Tristan Kilian" userId="aff616bd-4ba4-4d5a-a6ae-24fbc901fafd" providerId="ADAL" clId="{B28D4E2F-CF32-411A-A027-9BFCA21F4703}" dt="2025-05-29T13:39:06.571" v="20521" actId="20577"/>
        <pc:sldMkLst>
          <pc:docMk/>
          <pc:sldMk cId="168517779" sldId="3513"/>
        </pc:sldMkLst>
        <pc:spChg chg="add del mod">
          <ac:chgData name="Leiter, Tristan Kilian" userId="aff616bd-4ba4-4d5a-a6ae-24fbc901fafd" providerId="ADAL" clId="{B28D4E2F-CF32-411A-A027-9BFCA21F4703}" dt="2025-05-29T12:32:02.057" v="19604" actId="478"/>
          <ac:spMkLst>
            <pc:docMk/>
            <pc:sldMk cId="168517779" sldId="3513"/>
            <ac:spMk id="4" creationId="{749E615D-5BB0-91DA-BEB6-820B9B00BA7E}"/>
          </ac:spMkLst>
        </pc:spChg>
        <pc:spChg chg="add del mod">
          <ac:chgData name="Leiter, Tristan Kilian" userId="aff616bd-4ba4-4d5a-a6ae-24fbc901fafd" providerId="ADAL" clId="{B28D4E2F-CF32-411A-A027-9BFCA21F4703}" dt="2025-05-29T12:35:48.470" v="20230" actId="478"/>
          <ac:spMkLst>
            <pc:docMk/>
            <pc:sldMk cId="168517779" sldId="3513"/>
            <ac:spMk id="6" creationId="{C8E9301F-D8D7-3FBC-B1AE-24F9595C7E6C}"/>
          </ac:spMkLst>
        </pc:spChg>
        <pc:spChg chg="del mod">
          <ac:chgData name="Leiter, Tristan Kilian" userId="aff616bd-4ba4-4d5a-a6ae-24fbc901fafd" providerId="ADAL" clId="{B28D4E2F-CF32-411A-A027-9BFCA21F4703}" dt="2025-05-29T12:17:25.717" v="18199" actId="478"/>
          <ac:spMkLst>
            <pc:docMk/>
            <pc:sldMk cId="168517779" sldId="3513"/>
            <ac:spMk id="8" creationId="{ACD626E2-B72E-C4FD-9DEE-C508F68B8A4F}"/>
          </ac:spMkLst>
        </pc:spChg>
        <pc:spChg chg="del">
          <ac:chgData name="Leiter, Tristan Kilian" userId="aff616bd-4ba4-4d5a-a6ae-24fbc901fafd" providerId="ADAL" clId="{B28D4E2F-CF32-411A-A027-9BFCA21F4703}" dt="2025-05-29T11:16:50.808" v="16875" actId="478"/>
          <ac:spMkLst>
            <pc:docMk/>
            <pc:sldMk cId="168517779" sldId="3513"/>
            <ac:spMk id="11" creationId="{575247D8-2643-9FC9-1E1E-E4CC80879F56}"/>
          </ac:spMkLst>
        </pc:spChg>
        <pc:spChg chg="add mod">
          <ac:chgData name="Leiter, Tristan Kilian" userId="aff616bd-4ba4-4d5a-a6ae-24fbc901fafd" providerId="ADAL" clId="{B28D4E2F-CF32-411A-A027-9BFCA21F4703}" dt="2025-05-29T12:23:25.183" v="18746" actId="20577"/>
          <ac:spMkLst>
            <pc:docMk/>
            <pc:sldMk cId="168517779" sldId="3513"/>
            <ac:spMk id="12" creationId="{9CDEC7FB-FA2E-5313-2F41-E5B81A179C19}"/>
          </ac:spMkLst>
        </pc:spChg>
        <pc:spChg chg="add mod">
          <ac:chgData name="Leiter, Tristan Kilian" userId="aff616bd-4ba4-4d5a-a6ae-24fbc901fafd" providerId="ADAL" clId="{B28D4E2F-CF32-411A-A027-9BFCA21F4703}" dt="2025-05-29T12:35:18.072" v="20147" actId="1035"/>
          <ac:spMkLst>
            <pc:docMk/>
            <pc:sldMk cId="168517779" sldId="3513"/>
            <ac:spMk id="15" creationId="{9A23F66C-DC94-F3F8-5D2B-98F0BF73AB48}"/>
          </ac:spMkLst>
        </pc:spChg>
        <pc:spChg chg="add mod">
          <ac:chgData name="Leiter, Tristan Kilian" userId="aff616bd-4ba4-4d5a-a6ae-24fbc901fafd" providerId="ADAL" clId="{B28D4E2F-CF32-411A-A027-9BFCA21F4703}" dt="2025-05-29T12:35:20.620" v="20162" actId="1035"/>
          <ac:spMkLst>
            <pc:docMk/>
            <pc:sldMk cId="168517779" sldId="3513"/>
            <ac:spMk id="16" creationId="{B3ED2610-69A2-B1C1-FF41-898B55652EBA}"/>
          </ac:spMkLst>
        </pc:spChg>
        <pc:spChg chg="add mod">
          <ac:chgData name="Leiter, Tristan Kilian" userId="aff616bd-4ba4-4d5a-a6ae-24fbc901fafd" providerId="ADAL" clId="{B28D4E2F-CF32-411A-A027-9BFCA21F4703}" dt="2025-05-29T12:37:08.019" v="20322" actId="113"/>
          <ac:spMkLst>
            <pc:docMk/>
            <pc:sldMk cId="168517779" sldId="3513"/>
            <ac:spMk id="17" creationId="{AE880463-E767-2E4B-3B63-C656EAA7FDE3}"/>
          </ac:spMkLst>
        </pc:spChg>
        <pc:spChg chg="add del mod">
          <ac:chgData name="Leiter, Tristan Kilian" userId="aff616bd-4ba4-4d5a-a6ae-24fbc901fafd" providerId="ADAL" clId="{B28D4E2F-CF32-411A-A027-9BFCA21F4703}" dt="2025-05-29T12:19:15.587" v="18302"/>
          <ac:spMkLst>
            <pc:docMk/>
            <pc:sldMk cId="168517779" sldId="3513"/>
            <ac:spMk id="18" creationId="{6135F606-F635-EA76-0059-47BEAC2306A4}"/>
          </ac:spMkLst>
        </pc:spChg>
        <pc:spChg chg="add del mod">
          <ac:chgData name="Leiter, Tristan Kilian" userId="aff616bd-4ba4-4d5a-a6ae-24fbc901fafd" providerId="ADAL" clId="{B28D4E2F-CF32-411A-A027-9BFCA21F4703}" dt="2025-05-29T12:21:48.680" v="18569" actId="478"/>
          <ac:spMkLst>
            <pc:docMk/>
            <pc:sldMk cId="168517779" sldId="3513"/>
            <ac:spMk id="19" creationId="{BE259F33-A23E-64C1-12B2-6CB049779711}"/>
          </ac:spMkLst>
        </pc:spChg>
        <pc:spChg chg="add del mod">
          <ac:chgData name="Leiter, Tristan Kilian" userId="aff616bd-4ba4-4d5a-a6ae-24fbc901fafd" providerId="ADAL" clId="{B28D4E2F-CF32-411A-A027-9BFCA21F4703}" dt="2025-05-29T12:37:03.135" v="20321" actId="113"/>
          <ac:spMkLst>
            <pc:docMk/>
            <pc:sldMk cId="168517779" sldId="3513"/>
            <ac:spMk id="20" creationId="{9FB50536-F5F5-8B46-B6E1-835F60118F96}"/>
          </ac:spMkLst>
        </pc:spChg>
        <pc:spChg chg="add mod">
          <ac:chgData name="Leiter, Tristan Kilian" userId="aff616bd-4ba4-4d5a-a6ae-24fbc901fafd" providerId="ADAL" clId="{B28D4E2F-CF32-411A-A027-9BFCA21F4703}" dt="2025-05-29T12:35:26.346" v="20176" actId="1035"/>
          <ac:spMkLst>
            <pc:docMk/>
            <pc:sldMk cId="168517779" sldId="3513"/>
            <ac:spMk id="21" creationId="{D6475B4B-967D-02A4-D82E-4D535DADC1CA}"/>
          </ac:spMkLst>
        </pc:spChg>
        <pc:spChg chg="add mod">
          <ac:chgData name="Leiter, Tristan Kilian" userId="aff616bd-4ba4-4d5a-a6ae-24fbc901fafd" providerId="ADAL" clId="{B28D4E2F-CF32-411A-A027-9BFCA21F4703}" dt="2025-05-29T12:35:26.346" v="20176" actId="1035"/>
          <ac:spMkLst>
            <pc:docMk/>
            <pc:sldMk cId="168517779" sldId="3513"/>
            <ac:spMk id="23" creationId="{2B9D4D5D-A19D-927D-56DD-471BC03A701F}"/>
          </ac:spMkLst>
        </pc:spChg>
        <pc:spChg chg="add mod">
          <ac:chgData name="Leiter, Tristan Kilian" userId="aff616bd-4ba4-4d5a-a6ae-24fbc901fafd" providerId="ADAL" clId="{B28D4E2F-CF32-411A-A027-9BFCA21F4703}" dt="2025-05-29T12:36:57.036" v="20320" actId="1035"/>
          <ac:spMkLst>
            <pc:docMk/>
            <pc:sldMk cId="168517779" sldId="3513"/>
            <ac:spMk id="24" creationId="{409C4658-709E-CCCA-EB41-D93EA34B4192}"/>
          </ac:spMkLst>
        </pc:spChg>
        <pc:spChg chg="add del mod">
          <ac:chgData name="Leiter, Tristan Kilian" userId="aff616bd-4ba4-4d5a-a6ae-24fbc901fafd" providerId="ADAL" clId="{B28D4E2F-CF32-411A-A027-9BFCA21F4703}" dt="2025-05-29T12:24:45.745" v="18906" actId="478"/>
          <ac:spMkLst>
            <pc:docMk/>
            <pc:sldMk cId="168517779" sldId="3513"/>
            <ac:spMk id="25" creationId="{CE239696-E506-A5C6-3351-E7E7837DDCEC}"/>
          </ac:spMkLst>
        </pc:spChg>
        <pc:spChg chg="add mod">
          <ac:chgData name="Leiter, Tristan Kilian" userId="aff616bd-4ba4-4d5a-a6ae-24fbc901fafd" providerId="ADAL" clId="{B28D4E2F-CF32-411A-A027-9BFCA21F4703}" dt="2025-05-29T12:35:38.451" v="20226" actId="1036"/>
          <ac:spMkLst>
            <pc:docMk/>
            <pc:sldMk cId="168517779" sldId="3513"/>
            <ac:spMk id="27" creationId="{F4336EF6-1B25-4B7D-28E9-ADB00EAC5105}"/>
          </ac:spMkLst>
        </pc:spChg>
        <pc:spChg chg="add mod">
          <ac:chgData name="Leiter, Tristan Kilian" userId="aff616bd-4ba4-4d5a-a6ae-24fbc901fafd" providerId="ADAL" clId="{B28D4E2F-CF32-411A-A027-9BFCA21F4703}" dt="2025-05-29T12:35:38.451" v="20226" actId="1036"/>
          <ac:spMkLst>
            <pc:docMk/>
            <pc:sldMk cId="168517779" sldId="3513"/>
            <ac:spMk id="28" creationId="{C282738E-4277-4A0B-76B6-26FBA84762C5}"/>
          </ac:spMkLst>
        </pc:spChg>
        <pc:spChg chg="add mod">
          <ac:chgData name="Leiter, Tristan Kilian" userId="aff616bd-4ba4-4d5a-a6ae-24fbc901fafd" providerId="ADAL" clId="{B28D4E2F-CF32-411A-A027-9BFCA21F4703}" dt="2025-05-29T13:39:06.571" v="20521" actId="20577"/>
          <ac:spMkLst>
            <pc:docMk/>
            <pc:sldMk cId="168517779" sldId="3513"/>
            <ac:spMk id="29" creationId="{B561E1C7-FC5B-D65B-2164-B7EC22893C8D}"/>
          </ac:spMkLst>
        </pc:spChg>
        <pc:spChg chg="add mod">
          <ac:chgData name="Leiter, Tristan Kilian" userId="aff616bd-4ba4-4d5a-a6ae-24fbc901fafd" providerId="ADAL" clId="{B28D4E2F-CF32-411A-A027-9BFCA21F4703}" dt="2025-05-29T12:35:31.062" v="20199" actId="1035"/>
          <ac:spMkLst>
            <pc:docMk/>
            <pc:sldMk cId="168517779" sldId="3513"/>
            <ac:spMk id="30" creationId="{FB74B124-5ED7-F66D-48BF-7DC5617D6D8F}"/>
          </ac:spMkLst>
        </pc:spChg>
        <pc:spChg chg="add mod">
          <ac:chgData name="Leiter, Tristan Kilian" userId="aff616bd-4ba4-4d5a-a6ae-24fbc901fafd" providerId="ADAL" clId="{B28D4E2F-CF32-411A-A027-9BFCA21F4703}" dt="2025-05-29T12:35:38.451" v="20226" actId="1036"/>
          <ac:spMkLst>
            <pc:docMk/>
            <pc:sldMk cId="168517779" sldId="3513"/>
            <ac:spMk id="31" creationId="{FCD2CF11-3D75-BA68-8A2D-9734FDCD3F8D}"/>
          </ac:spMkLst>
        </pc:spChg>
        <pc:spChg chg="add del mod">
          <ac:chgData name="Leiter, Tristan Kilian" userId="aff616bd-4ba4-4d5a-a6ae-24fbc901fafd" providerId="ADAL" clId="{B28D4E2F-CF32-411A-A027-9BFCA21F4703}" dt="2025-05-29T12:36:41.091" v="20286" actId="478"/>
          <ac:spMkLst>
            <pc:docMk/>
            <pc:sldMk cId="168517779" sldId="3513"/>
            <ac:spMk id="33" creationId="{0715C9D2-F547-5FFC-CB40-EBACC92A6AE5}"/>
          </ac:spMkLst>
        </pc:spChg>
        <pc:spChg chg="add mod">
          <ac:chgData name="Leiter, Tristan Kilian" userId="aff616bd-4ba4-4d5a-a6ae-24fbc901fafd" providerId="ADAL" clId="{B28D4E2F-CF32-411A-A027-9BFCA21F4703}" dt="2025-05-29T12:37:33.484" v="20326" actId="113"/>
          <ac:spMkLst>
            <pc:docMk/>
            <pc:sldMk cId="168517779" sldId="3513"/>
            <ac:spMk id="34" creationId="{2E85E34A-F9A3-3C86-1515-EC974C35CB68}"/>
          </ac:spMkLst>
        </pc:spChg>
        <pc:spChg chg="add mod">
          <ac:chgData name="Leiter, Tristan Kilian" userId="aff616bd-4ba4-4d5a-a6ae-24fbc901fafd" providerId="ADAL" clId="{B28D4E2F-CF32-411A-A027-9BFCA21F4703}" dt="2025-05-29T12:36:17.692" v="20266" actId="1076"/>
          <ac:spMkLst>
            <pc:docMk/>
            <pc:sldMk cId="168517779" sldId="3513"/>
            <ac:spMk id="35" creationId="{FB842199-2AE0-F393-B8CC-7AC7B0329FB3}"/>
          </ac:spMkLst>
        </pc:spChg>
        <pc:spChg chg="add mod">
          <ac:chgData name="Leiter, Tristan Kilian" userId="aff616bd-4ba4-4d5a-a6ae-24fbc901fafd" providerId="ADAL" clId="{B28D4E2F-CF32-411A-A027-9BFCA21F4703}" dt="2025-05-29T12:37:19.537" v="20324" actId="113"/>
          <ac:spMkLst>
            <pc:docMk/>
            <pc:sldMk cId="168517779" sldId="3513"/>
            <ac:spMk id="36" creationId="{3347D1A0-553A-5143-4C45-C64EDF1611FB}"/>
          </ac:spMkLst>
        </pc:spChg>
        <pc:picChg chg="del">
          <ac:chgData name="Leiter, Tristan Kilian" userId="aff616bd-4ba4-4d5a-a6ae-24fbc901fafd" providerId="ADAL" clId="{B28D4E2F-CF32-411A-A027-9BFCA21F4703}" dt="2025-05-29T10:27:29.198" v="16219" actId="478"/>
          <ac:picMkLst>
            <pc:docMk/>
            <pc:sldMk cId="168517779" sldId="3513"/>
            <ac:picMk id="5" creationId="{CCA61B7C-DA1D-4786-6ED3-13C315395F6C}"/>
          </ac:picMkLst>
        </pc:picChg>
        <pc:picChg chg="add mod">
          <ac:chgData name="Leiter, Tristan Kilian" userId="aff616bd-4ba4-4d5a-a6ae-24fbc901fafd" providerId="ADAL" clId="{B28D4E2F-CF32-411A-A027-9BFCA21F4703}" dt="2025-05-29T12:36:25.635" v="20273" actId="1037"/>
          <ac:picMkLst>
            <pc:docMk/>
            <pc:sldMk cId="168517779" sldId="3513"/>
            <ac:picMk id="7" creationId="{2E4BBD7D-ABBE-BDA1-F1C2-86F5962E8493}"/>
          </ac:picMkLst>
        </pc:picChg>
        <pc:picChg chg="mod">
          <ac:chgData name="Leiter, Tristan Kilian" userId="aff616bd-4ba4-4d5a-a6ae-24fbc901fafd" providerId="ADAL" clId="{B28D4E2F-CF32-411A-A027-9BFCA21F4703}" dt="2025-05-29T12:36:25.635" v="20273" actId="1037"/>
          <ac:picMkLst>
            <pc:docMk/>
            <pc:sldMk cId="168517779" sldId="3513"/>
            <ac:picMk id="9" creationId="{EBB6CEA1-890A-37BC-D8EF-6097402B444D}"/>
          </ac:picMkLst>
        </pc:picChg>
        <pc:picChg chg="del mod">
          <ac:chgData name="Leiter, Tristan Kilian" userId="aff616bd-4ba4-4d5a-a6ae-24fbc901fafd" providerId="ADAL" clId="{B28D4E2F-CF32-411A-A027-9BFCA21F4703}" dt="2025-05-29T12:01:18.484" v="17553" actId="478"/>
          <ac:picMkLst>
            <pc:docMk/>
            <pc:sldMk cId="168517779" sldId="3513"/>
            <ac:picMk id="13" creationId="{EE05EBDF-898A-60BB-1590-357FFE1A0CA4}"/>
          </ac:picMkLst>
        </pc:picChg>
        <pc:cxnChg chg="mod">
          <ac:chgData name="Leiter, Tristan Kilian" userId="aff616bd-4ba4-4d5a-a6ae-24fbc901fafd" providerId="ADAL" clId="{B28D4E2F-CF32-411A-A027-9BFCA21F4703}" dt="2025-05-29T12:36:29.399" v="20285" actId="1037"/>
          <ac:cxnSpMkLst>
            <pc:docMk/>
            <pc:sldMk cId="168517779" sldId="3513"/>
            <ac:cxnSpMk id="10" creationId="{075897E7-66F2-4C94-16D2-CBF8AE55C96C}"/>
          </ac:cxnSpMkLst>
        </pc:cxnChg>
        <pc:cxnChg chg="add mod">
          <ac:chgData name="Leiter, Tristan Kilian" userId="aff616bd-4ba4-4d5a-a6ae-24fbc901fafd" providerId="ADAL" clId="{B28D4E2F-CF32-411A-A027-9BFCA21F4703}" dt="2025-05-29T12:20:13.691" v="18368" actId="1035"/>
          <ac:cxnSpMkLst>
            <pc:docMk/>
            <pc:sldMk cId="168517779" sldId="3513"/>
            <ac:cxnSpMk id="14" creationId="{DCACCBFB-6E9E-02B7-922F-A854E4BCF93E}"/>
          </ac:cxnSpMkLst>
        </pc:cxnChg>
        <pc:cxnChg chg="add mod">
          <ac:chgData name="Leiter, Tristan Kilian" userId="aff616bd-4ba4-4d5a-a6ae-24fbc901fafd" providerId="ADAL" clId="{B28D4E2F-CF32-411A-A027-9BFCA21F4703}" dt="2025-05-29T12:35:26.346" v="20176" actId="1035"/>
          <ac:cxnSpMkLst>
            <pc:docMk/>
            <pc:sldMk cId="168517779" sldId="3513"/>
            <ac:cxnSpMk id="22" creationId="{363B343D-4246-FB24-9DAE-AF860829E0DD}"/>
          </ac:cxnSpMkLst>
        </pc:cxnChg>
        <pc:cxnChg chg="add del mod">
          <ac:chgData name="Leiter, Tristan Kilian" userId="aff616bd-4ba4-4d5a-a6ae-24fbc901fafd" providerId="ADAL" clId="{B28D4E2F-CF32-411A-A027-9BFCA21F4703}" dt="2025-05-29T12:24:47.530" v="18907" actId="478"/>
          <ac:cxnSpMkLst>
            <pc:docMk/>
            <pc:sldMk cId="168517779" sldId="3513"/>
            <ac:cxnSpMk id="26" creationId="{F1E1B547-6BFC-A9EF-144A-DDE46228E3FE}"/>
          </ac:cxnSpMkLst>
        </pc:cxnChg>
        <pc:cxnChg chg="add mod">
          <ac:chgData name="Leiter, Tristan Kilian" userId="aff616bd-4ba4-4d5a-a6ae-24fbc901fafd" providerId="ADAL" clId="{B28D4E2F-CF32-411A-A027-9BFCA21F4703}" dt="2025-05-29T12:36:46.251" v="20311" actId="1036"/>
          <ac:cxnSpMkLst>
            <pc:docMk/>
            <pc:sldMk cId="168517779" sldId="3513"/>
            <ac:cxnSpMk id="32" creationId="{BAE1FFC5-81AF-B4E8-068B-BCBD407E6E59}"/>
          </ac:cxnSpMkLst>
        </pc:cxnChg>
      </pc:sldChg>
      <pc:sldChg chg="add mod ord modShow">
        <pc:chgData name="Leiter, Tristan Kilian" userId="aff616bd-4ba4-4d5a-a6ae-24fbc901fafd" providerId="ADAL" clId="{B28D4E2F-CF32-411A-A027-9BFCA21F4703}" dt="2025-05-29T12:37:58.980" v="20329"/>
        <pc:sldMkLst>
          <pc:docMk/>
          <pc:sldMk cId="1521187184" sldId="3514"/>
        </pc:sldMkLst>
      </pc:sldChg>
    </pc:docChg>
  </pc:docChgLst>
  <pc:docChgLst>
    <pc:chgData name="Leiter, Tristan Kilian" userId="aff616bd-4ba4-4d5a-a6ae-24fbc901fafd" providerId="ADAL" clId="{DB9405EF-6051-4C31-A130-6244AED7936C}"/>
    <pc:docChg chg="modSld">
      <pc:chgData name="Leiter, Tristan Kilian" userId="aff616bd-4ba4-4d5a-a6ae-24fbc901fafd" providerId="ADAL" clId="{DB9405EF-6051-4C31-A130-6244AED7936C}" dt="2025-05-30T11:24:07.152" v="19" actId="20577"/>
      <pc:docMkLst>
        <pc:docMk/>
      </pc:docMkLst>
      <pc:sldChg chg="modSp mod">
        <pc:chgData name="Leiter, Tristan Kilian" userId="aff616bd-4ba4-4d5a-a6ae-24fbc901fafd" providerId="ADAL" clId="{DB9405EF-6051-4C31-A130-6244AED7936C}" dt="2025-05-30T11:20:30.281" v="2" actId="20577"/>
        <pc:sldMkLst>
          <pc:docMk/>
          <pc:sldMk cId="351932028" sldId="3506"/>
        </pc:sldMkLst>
        <pc:spChg chg="mod">
          <ac:chgData name="Leiter, Tristan Kilian" userId="aff616bd-4ba4-4d5a-a6ae-24fbc901fafd" providerId="ADAL" clId="{DB9405EF-6051-4C31-A130-6244AED7936C}" dt="2025-05-30T11:20:30.281" v="2" actId="20577"/>
          <ac:spMkLst>
            <pc:docMk/>
            <pc:sldMk cId="351932028" sldId="3506"/>
            <ac:spMk id="12" creationId="{FFED563E-6796-129F-83B0-AECD1422B673}"/>
          </ac:spMkLst>
        </pc:spChg>
      </pc:sldChg>
      <pc:sldChg chg="modSp mod">
        <pc:chgData name="Leiter, Tristan Kilian" userId="aff616bd-4ba4-4d5a-a6ae-24fbc901fafd" providerId="ADAL" clId="{DB9405EF-6051-4C31-A130-6244AED7936C}" dt="2025-05-30T11:24:07.152" v="19" actId="20577"/>
        <pc:sldMkLst>
          <pc:docMk/>
          <pc:sldMk cId="640855340" sldId="3516"/>
        </pc:sldMkLst>
        <pc:spChg chg="mod">
          <ac:chgData name="Leiter, Tristan Kilian" userId="aff616bd-4ba4-4d5a-a6ae-24fbc901fafd" providerId="ADAL" clId="{DB9405EF-6051-4C31-A130-6244AED7936C}" dt="2025-05-30T11:24:07.152" v="19" actId="20577"/>
          <ac:spMkLst>
            <pc:docMk/>
            <pc:sldMk cId="640855340" sldId="3516"/>
            <ac:spMk id="13" creationId="{4E34A74F-9617-6397-6B39-8DF8A2BEF2E5}"/>
          </ac:spMkLst>
        </pc:spChg>
      </pc:sldChg>
      <pc:sldChg chg="modSp mod">
        <pc:chgData name="Leiter, Tristan Kilian" userId="aff616bd-4ba4-4d5a-a6ae-24fbc901fafd" providerId="ADAL" clId="{DB9405EF-6051-4C31-A130-6244AED7936C}" dt="2025-05-30T11:19:41.502" v="0" actId="20577"/>
        <pc:sldMkLst>
          <pc:docMk/>
          <pc:sldMk cId="1549508403" sldId="3517"/>
        </pc:sldMkLst>
        <pc:spChg chg="mod">
          <ac:chgData name="Leiter, Tristan Kilian" userId="aff616bd-4ba4-4d5a-a6ae-24fbc901fafd" providerId="ADAL" clId="{DB9405EF-6051-4C31-A130-6244AED7936C}" dt="2025-05-30T11:19:41.502" v="0" actId="20577"/>
          <ac:spMkLst>
            <pc:docMk/>
            <pc:sldMk cId="1549508403" sldId="3517"/>
            <ac:spMk id="20" creationId="{DF0F7801-5AB2-8030-D66A-1DFD98C8CB65}"/>
          </ac:spMkLst>
        </pc:spChg>
      </pc:sldChg>
      <pc:sldChg chg="modSp mod">
        <pc:chgData name="Leiter, Tristan Kilian" userId="aff616bd-4ba4-4d5a-a6ae-24fbc901fafd" providerId="ADAL" clId="{DB9405EF-6051-4C31-A130-6244AED7936C}" dt="2025-05-30T11:22:56.759" v="17" actId="20577"/>
        <pc:sldMkLst>
          <pc:docMk/>
          <pc:sldMk cId="2591337457" sldId="3518"/>
        </pc:sldMkLst>
        <pc:spChg chg="mod">
          <ac:chgData name="Leiter, Tristan Kilian" userId="aff616bd-4ba4-4d5a-a6ae-24fbc901fafd" providerId="ADAL" clId="{DB9405EF-6051-4C31-A130-6244AED7936C}" dt="2025-05-30T11:22:37.796" v="15" actId="20577"/>
          <ac:spMkLst>
            <pc:docMk/>
            <pc:sldMk cId="2591337457" sldId="3518"/>
            <ac:spMk id="10" creationId="{BA39903A-C0A2-BFF6-2465-4BE411A05EAA}"/>
          </ac:spMkLst>
        </pc:spChg>
        <pc:spChg chg="mod">
          <ac:chgData name="Leiter, Tristan Kilian" userId="aff616bd-4ba4-4d5a-a6ae-24fbc901fafd" providerId="ADAL" clId="{DB9405EF-6051-4C31-A130-6244AED7936C}" dt="2025-05-30T11:22:56.759" v="17" actId="20577"/>
          <ac:spMkLst>
            <pc:docMk/>
            <pc:sldMk cId="2591337457" sldId="3518"/>
            <ac:spMk id="14" creationId="{48BC5EA1-F35F-A6DC-7409-25325EA1078B}"/>
          </ac:spMkLst>
        </pc:spChg>
        <pc:spChg chg="mod">
          <ac:chgData name="Leiter, Tristan Kilian" userId="aff616bd-4ba4-4d5a-a6ae-24fbc901fafd" providerId="ADAL" clId="{DB9405EF-6051-4C31-A130-6244AED7936C}" dt="2025-05-30T11:21:34.509" v="11" actId="20577"/>
          <ac:spMkLst>
            <pc:docMk/>
            <pc:sldMk cId="2591337457" sldId="3518"/>
            <ac:spMk id="29" creationId="{75F418BE-AB87-91BB-E59B-FB433D4997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0AB4-01FF-448F-B84B-891E58012358}" type="datetimeFigureOut">
              <a:rPr lang="de-CH" smtClean="0"/>
              <a:t>30.05.2025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3E-7E2F-46C4-A1D3-F71C3D5CB6D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126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A3B1D7-79F0-40D6-A314-F8CC7725E1A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511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3C7A-EF21-9ED8-436D-A6E68B3F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306651-7BF0-559B-1E9A-0065CC006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82E29B-30E0-05F1-9847-FFC5926C5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1D7379-5FE8-EF84-E89B-67C84828D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3E-7E2F-46C4-A1D3-F71C3D5CB6D7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6946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3669D-ADFE-7735-0691-931AF428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0A9B7-7172-C924-8A3D-758732C05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D3F3-DE50-5911-86A6-9E26C62D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BE43-D62B-18CC-8E30-F3F9F1A8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162A-5C9D-E81A-EC28-7E2BD052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10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40D5-886F-0ABA-6EF3-D5A28458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52DC-98C6-725A-8DDA-8A52DC40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94C8-6263-B683-4F5D-56591822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4C1D-C268-A224-3A9A-25A0DD5D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86E2-2E82-68B8-D299-8400DC66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3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45289-8171-5245-9A65-FF72DF4F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1F75-9BD4-0EC0-08CD-6C1922D9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B820-7F78-335C-5A50-4ADEE452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1D7E-D4A0-E861-ACB6-4AF9D052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47C9C-877D-07A2-4C4C-93E69F8D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6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2C13-F3F4-9F44-25E4-895A1101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E282-5E7A-DDB3-E860-4710B1692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32ECB-21F3-47EB-FE32-3B3EBFAD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5B98D-90CA-DA09-F671-04700281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96ED-589A-A3C9-D89F-770E27F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619EE-E0E3-5CF8-EE77-E8F2393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95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0E8E-A3F5-7F1A-F626-8555EE4B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D47EA-52BF-219B-CE3A-D13408BDF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0CCDA-D778-D830-D4C7-6FE54B7F1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B6E22-4870-DEEA-2206-C3EDD0732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00B8A-1832-5ED7-BDCE-37CC53EE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8B3BD-C54C-96DB-8671-2E7B267D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E39-60FB-6427-85B8-E6BDB870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4916F-98D5-E3B0-0976-078091C1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53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C7FDD-0945-FBAD-5CE2-C93FE2BD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EA6B9-09A5-3D99-A9F8-01AEA269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191B8-FB61-53D7-BD9E-F2AB6487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B6444-E4E8-E9A0-F752-E4D55511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0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0AF05-077D-CF1A-A92F-A3D250CB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E17B5-54BA-90EB-6CB1-21045E5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65A0-55E5-936B-CE63-535844F8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50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1575-526A-480E-0430-5FB86790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B6D3-6555-8024-0BC5-8366E377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BBE0-A9B8-1E7C-B2E5-B3DC526F6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4CE7-27E2-BAD5-4AFA-997B1BC1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18A8-0727-9851-23B2-5B1358F6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31A45-780D-F612-7893-B599C1FA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0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D119-9F36-A132-616B-F959C585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75CA9-FB26-5967-1860-1C470016D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54FDF-D2FD-BBC8-1F3D-F79292354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1BA11-66BE-4595-06EE-0FDDD7E7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35D5D-941A-EEF2-6E7E-00BB685C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15A0A-7912-EA4D-7311-1A73871E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9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E0F-D886-0B31-F415-5FAD5A67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5D767-1F3C-E7DF-745C-20D32F0ED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71B9-FBAA-76CE-DC59-51AACA70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CE56-D87E-F422-7588-8E9E4D67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7DCBB-A573-9392-65BA-A5A59301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40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0DCB4-789F-480D-73AC-C64410E86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2D85C-AAB7-9903-F74F-9AEE09250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3CA6A-B66A-3143-1C78-122D4BF4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38E5F-D548-AB3A-CB57-BA4A792F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38072-A57A-8FF3-041E-F85A5D3C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50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345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E8838DC-06E1-1153-A30E-90E0EDBD3F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2610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8838DC-06E1-1153-A30E-90E0EDBD3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196" y="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18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‹#›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sp>
        <p:nvSpPr>
          <p:cNvPr id="10" name="Szövegdoboz 42">
            <a:extLst>
              <a:ext uri="{FF2B5EF4-FFF2-40B4-BE49-F238E27FC236}">
                <a16:creationId xmlns:a16="http://schemas.microsoft.com/office/drawing/2014/main" id="{5AC6CE27-E116-1B40-B083-752A6B3CFAE0}"/>
              </a:ext>
            </a:extLst>
          </p:cNvPr>
          <p:cNvSpPr txBox="1"/>
          <p:nvPr userDrawn="1"/>
        </p:nvSpPr>
        <p:spPr>
          <a:xfrm>
            <a:off x="792262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Explanations</a:t>
            </a:r>
          </a:p>
        </p:txBody>
      </p:sp>
      <p:sp>
        <p:nvSpPr>
          <p:cNvPr id="11" name="Szövegdoboz 26">
            <a:extLst>
              <a:ext uri="{FF2B5EF4-FFF2-40B4-BE49-F238E27FC236}">
                <a16:creationId xmlns:a16="http://schemas.microsoft.com/office/drawing/2014/main" id="{EF80BD1A-C0FB-F24D-B091-6018B1D353EA}"/>
              </a:ext>
            </a:extLst>
          </p:cNvPr>
          <p:cNvSpPr txBox="1"/>
          <p:nvPr userDrawn="1"/>
        </p:nvSpPr>
        <p:spPr>
          <a:xfrm>
            <a:off x="246938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1" noProof="0">
                <a:solidFill>
                  <a:schemeClr val="tx1"/>
                </a:solidFill>
                <a:latin typeface="Google Sans Text"/>
              </a:rPr>
              <a:t>Factor description</a:t>
            </a:r>
          </a:p>
        </p:txBody>
      </p:sp>
      <p:sp>
        <p:nvSpPr>
          <p:cNvPr id="15" name="Szövegdoboz 27">
            <a:extLst>
              <a:ext uri="{FF2B5EF4-FFF2-40B4-BE49-F238E27FC236}">
                <a16:creationId xmlns:a16="http://schemas.microsoft.com/office/drawing/2014/main" id="{9136C9A5-23D2-2D4E-BC8E-4F7A96AE0BFA}"/>
              </a:ext>
            </a:extLst>
          </p:cNvPr>
          <p:cNvSpPr txBox="1"/>
          <p:nvPr userDrawn="1"/>
        </p:nvSpPr>
        <p:spPr>
          <a:xfrm>
            <a:off x="519600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noProof="0">
                <a:latin typeface="Google Sans Text"/>
              </a:rPr>
              <a:t>Factor Performance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E044F8-DED4-4949-A15C-64DB9ECF6E05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56196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</p:spTree>
    <p:extLst>
      <p:ext uri="{BB962C8B-B14F-4D97-AF65-F5344CB8AC3E}">
        <p14:creationId xmlns:p14="http://schemas.microsoft.com/office/powerpoint/2010/main" val="4143137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8">
            <a:extLst>
              <a:ext uri="{FF2B5EF4-FFF2-40B4-BE49-F238E27FC236}">
                <a16:creationId xmlns:a16="http://schemas.microsoft.com/office/drawing/2014/main" id="{604D47B1-A550-D6AA-A1FA-FFF77E4C3700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‹#›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sp>
        <p:nvSpPr>
          <p:cNvPr id="6" name="Szövegdoboz 42">
            <a:extLst>
              <a:ext uri="{FF2B5EF4-FFF2-40B4-BE49-F238E27FC236}">
                <a16:creationId xmlns:a16="http://schemas.microsoft.com/office/drawing/2014/main" id="{75A8E25A-748A-AEA7-5A7F-979F7590F3AB}"/>
              </a:ext>
            </a:extLst>
          </p:cNvPr>
          <p:cNvSpPr txBox="1"/>
          <p:nvPr userDrawn="1"/>
        </p:nvSpPr>
        <p:spPr>
          <a:xfrm>
            <a:off x="792262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 rtl="0"/>
            <a:r>
              <a:rPr lang="en-US" sz="1200" b="0" noProof="0">
                <a:solidFill>
                  <a:schemeClr val="tx1">
                    <a:lumMod val="50000"/>
                    <a:lumOff val="50000"/>
                  </a:schemeClr>
                </a:solidFill>
                <a:latin typeface="Google Sans Text"/>
              </a:rPr>
              <a:t>Explanations</a:t>
            </a:r>
          </a:p>
        </p:txBody>
      </p:sp>
      <p:sp>
        <p:nvSpPr>
          <p:cNvPr id="7" name="Szövegdoboz 26">
            <a:extLst>
              <a:ext uri="{FF2B5EF4-FFF2-40B4-BE49-F238E27FC236}">
                <a16:creationId xmlns:a16="http://schemas.microsoft.com/office/drawing/2014/main" id="{DE5DCAB4-0E5D-82FD-B0B1-1D54E606D441}"/>
              </a:ext>
            </a:extLst>
          </p:cNvPr>
          <p:cNvSpPr txBox="1"/>
          <p:nvPr userDrawn="1"/>
        </p:nvSpPr>
        <p:spPr>
          <a:xfrm>
            <a:off x="246938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noProof="0">
                <a:latin typeface="Google Sans Text"/>
              </a:rPr>
              <a:t>Factor description</a:t>
            </a:r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E7AFBACF-5E2A-E908-BAE0-3E32A970D835}"/>
              </a:ext>
            </a:extLst>
          </p:cNvPr>
          <p:cNvSpPr txBox="1"/>
          <p:nvPr userDrawn="1"/>
        </p:nvSpPr>
        <p:spPr>
          <a:xfrm>
            <a:off x="519600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noProof="0">
                <a:latin typeface="Google Sans Text"/>
              </a:rPr>
              <a:t>Factor Performance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4D79FC-A29E-1949-EF26-E9AFB5F888B0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 helye 2">
            <a:extLst>
              <a:ext uri="{FF2B5EF4-FFF2-40B4-BE49-F238E27FC236}">
                <a16:creationId xmlns:a16="http://schemas.microsoft.com/office/drawing/2014/main" id="{2AA14151-8C29-EAF8-D6B2-B684FB6EB6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196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17" name="Szöveg helye 2">
            <a:extLst>
              <a:ext uri="{FF2B5EF4-FFF2-40B4-BE49-F238E27FC236}">
                <a16:creationId xmlns:a16="http://schemas.microsoft.com/office/drawing/2014/main" id="{EE485DBB-5909-FBC4-6988-396C1C8C7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196" y="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18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</p:spTree>
    <p:extLst>
      <p:ext uri="{BB962C8B-B14F-4D97-AF65-F5344CB8AC3E}">
        <p14:creationId xmlns:p14="http://schemas.microsoft.com/office/powerpoint/2010/main" val="942574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zövegdoboz 8">
            <a:extLst>
              <a:ext uri="{FF2B5EF4-FFF2-40B4-BE49-F238E27FC236}">
                <a16:creationId xmlns:a16="http://schemas.microsoft.com/office/drawing/2014/main" id="{0740250F-1305-1FF6-03E9-C4B257374E36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fld id="{3C193CD2-EB5E-4946-8C5C-F7B26690B716}" type="slidenum">
              <a:rPr lang="en-US" sz="1200" b="1" noProof="0" smtClean="0">
                <a:solidFill>
                  <a:schemeClr val="bg1">
                    <a:lumMod val="65000"/>
                  </a:schemeClr>
                </a:solidFill>
                <a:latin typeface="Google Sans Text"/>
              </a:rPr>
              <a:pPr algn="r" rtl="0"/>
              <a:t>‹#›</a:t>
            </a:fld>
            <a:endParaRPr lang="en-US" sz="1200" b="1" noProof="0">
              <a:solidFill>
                <a:schemeClr val="bg1">
                  <a:lumMod val="65000"/>
                </a:schemeClr>
              </a:solidFill>
              <a:latin typeface="Google Sans Text"/>
            </a:endParaRPr>
          </a:p>
        </p:txBody>
      </p:sp>
      <p:sp>
        <p:nvSpPr>
          <p:cNvPr id="19" name="Szövegdoboz 42">
            <a:extLst>
              <a:ext uri="{FF2B5EF4-FFF2-40B4-BE49-F238E27FC236}">
                <a16:creationId xmlns:a16="http://schemas.microsoft.com/office/drawing/2014/main" id="{D97166E3-50FA-B946-0CF9-29186918731E}"/>
              </a:ext>
            </a:extLst>
          </p:cNvPr>
          <p:cNvSpPr txBox="1"/>
          <p:nvPr userDrawn="1"/>
        </p:nvSpPr>
        <p:spPr>
          <a:xfrm>
            <a:off x="792262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noProof="0">
                <a:latin typeface="Google Sans Text"/>
              </a:rPr>
              <a:t>Explanations</a:t>
            </a:r>
          </a:p>
        </p:txBody>
      </p:sp>
      <p:sp>
        <p:nvSpPr>
          <p:cNvPr id="20" name="Szövegdoboz 26">
            <a:extLst>
              <a:ext uri="{FF2B5EF4-FFF2-40B4-BE49-F238E27FC236}">
                <a16:creationId xmlns:a16="http://schemas.microsoft.com/office/drawing/2014/main" id="{0C714010-6596-0F7C-6540-9B008CA295EA}"/>
              </a:ext>
            </a:extLst>
          </p:cNvPr>
          <p:cNvSpPr txBox="1"/>
          <p:nvPr userDrawn="1"/>
        </p:nvSpPr>
        <p:spPr>
          <a:xfrm>
            <a:off x="246938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noProof="0">
                <a:latin typeface="Google Sans Text"/>
              </a:rPr>
              <a:t>Factor description</a:t>
            </a:r>
          </a:p>
        </p:txBody>
      </p:sp>
      <p:sp>
        <p:nvSpPr>
          <p:cNvPr id="21" name="Szövegdoboz 27">
            <a:extLst>
              <a:ext uri="{FF2B5EF4-FFF2-40B4-BE49-F238E27FC236}">
                <a16:creationId xmlns:a16="http://schemas.microsoft.com/office/drawing/2014/main" id="{3AA5F3DA-224B-8329-D29A-9CDC2F9DF3BD}"/>
              </a:ext>
            </a:extLst>
          </p:cNvPr>
          <p:cNvSpPr txBox="1"/>
          <p:nvPr userDrawn="1"/>
        </p:nvSpPr>
        <p:spPr>
          <a:xfrm>
            <a:off x="5196000" y="6660137"/>
            <a:ext cx="180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noProof="0">
                <a:latin typeface="Google Sans Text"/>
              </a:rPr>
              <a:t>Factor Performance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6F7515-7687-AAE7-B889-13E925F77DED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87CD60A7-F3CB-0ECB-7B7C-4C5BF37B4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196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 rtl="0">
              <a:buNone/>
              <a:defRPr lang="en-GB" sz="1600" i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Part of the task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7451F2D6-DFE7-C54B-20BC-AE0EE6F99A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6196" y="0"/>
            <a:ext cx="11066184" cy="441417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1800" b="1">
                <a:latin typeface="Google Sans Text"/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US" noProof="0"/>
              <a:t>Task #</a:t>
            </a:r>
          </a:p>
        </p:txBody>
      </p:sp>
    </p:spTree>
    <p:extLst>
      <p:ext uri="{BB962C8B-B14F-4D97-AF65-F5344CB8AC3E}">
        <p14:creationId xmlns:p14="http://schemas.microsoft.com/office/powerpoint/2010/main" val="139236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 helye 2">
            <a:extLst>
              <a:ext uri="{FF2B5EF4-FFF2-40B4-BE49-F238E27FC236}">
                <a16:creationId xmlns:a16="http://schemas.microsoft.com/office/drawing/2014/main" id="{2BA0F894-510A-2543-B1A7-98275DFCF5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4" y="247650"/>
            <a:ext cx="10732809" cy="44141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/>
            </a:lvl1pPr>
          </a:lstStyle>
          <a:p>
            <a:r>
              <a:rPr lang="en-GB"/>
              <a:t>Action title</a:t>
            </a:r>
          </a:p>
        </p:txBody>
      </p:sp>
      <p:sp>
        <p:nvSpPr>
          <p:cNvPr id="10" name="Szövegdoboz 8">
            <a:extLst>
              <a:ext uri="{FF2B5EF4-FFF2-40B4-BE49-F238E27FC236}">
                <a16:creationId xmlns:a16="http://schemas.microsoft.com/office/drawing/2014/main" id="{551254BD-9D4B-4EAA-BFB7-83C3B9F7B478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3" name="Szövegdoboz 42">
            <a:extLst>
              <a:ext uri="{FF2B5EF4-FFF2-40B4-BE49-F238E27FC236}">
                <a16:creationId xmlns:a16="http://schemas.microsoft.com/office/drawing/2014/main" id="{2B860BE1-D143-4AF3-B08E-A973B4622C82}"/>
              </a:ext>
            </a:extLst>
          </p:cNvPr>
          <p:cNvSpPr txBox="1"/>
          <p:nvPr userDrawn="1"/>
        </p:nvSpPr>
        <p:spPr>
          <a:xfrm>
            <a:off x="5449824" y="6656620"/>
            <a:ext cx="1292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b="1">
                <a:solidFill>
                  <a:schemeClr val="tx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4705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readcrumbs">
  <p:cSld name="Title, Breadcrumb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914971" y="466344"/>
            <a:ext cx="3355848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1928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doboz 42">
            <a:extLst>
              <a:ext uri="{FF2B5EF4-FFF2-40B4-BE49-F238E27FC236}">
                <a16:creationId xmlns:a16="http://schemas.microsoft.com/office/drawing/2014/main" id="{271812C1-2B0E-68E4-69E7-F58AF4056757}"/>
              </a:ext>
            </a:extLst>
          </p:cNvPr>
          <p:cNvSpPr txBox="1"/>
          <p:nvPr userDrawn="1"/>
        </p:nvSpPr>
        <p:spPr>
          <a:xfrm>
            <a:off x="93668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10</a:t>
            </a:r>
            <a:endParaRPr lang="hu-HU"/>
          </a:p>
        </p:txBody>
      </p:sp>
      <p:sp>
        <p:nvSpPr>
          <p:cNvPr id="4" name="Szövegdoboz 26">
            <a:extLst>
              <a:ext uri="{FF2B5EF4-FFF2-40B4-BE49-F238E27FC236}">
                <a16:creationId xmlns:a16="http://schemas.microsoft.com/office/drawing/2014/main" id="{726037C4-ED34-C080-5F82-107EE9BFD571}"/>
              </a:ext>
            </a:extLst>
          </p:cNvPr>
          <p:cNvSpPr txBox="1"/>
          <p:nvPr userDrawn="1"/>
        </p:nvSpPr>
        <p:spPr>
          <a:xfrm>
            <a:off x="1406487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6</a:t>
            </a:r>
            <a:endParaRPr lang="hu-HU"/>
          </a:p>
        </p:txBody>
      </p:sp>
      <p:sp>
        <p:nvSpPr>
          <p:cNvPr id="6" name="Szövegdoboz 27">
            <a:extLst>
              <a:ext uri="{FF2B5EF4-FFF2-40B4-BE49-F238E27FC236}">
                <a16:creationId xmlns:a16="http://schemas.microsoft.com/office/drawing/2014/main" id="{5680B71B-F187-C1B4-66F1-B0174FD162ED}"/>
              </a:ext>
            </a:extLst>
          </p:cNvPr>
          <p:cNvSpPr txBox="1"/>
          <p:nvPr userDrawn="1"/>
        </p:nvSpPr>
        <p:spPr>
          <a:xfrm>
            <a:off x="3396585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7</a:t>
            </a:r>
            <a:endParaRPr lang="en-US" sz="1200"/>
          </a:p>
        </p:txBody>
      </p:sp>
      <p:sp>
        <p:nvSpPr>
          <p:cNvPr id="7" name="Szövegdoboz 42">
            <a:extLst>
              <a:ext uri="{FF2B5EF4-FFF2-40B4-BE49-F238E27FC236}">
                <a16:creationId xmlns:a16="http://schemas.microsoft.com/office/drawing/2014/main" id="{393A6458-771F-ED72-BB4D-5D5F8E82E711}"/>
              </a:ext>
            </a:extLst>
          </p:cNvPr>
          <p:cNvSpPr txBox="1"/>
          <p:nvPr userDrawn="1"/>
        </p:nvSpPr>
        <p:spPr>
          <a:xfrm>
            <a:off x="7376781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ru-RU"/>
              <a:t>9</a:t>
            </a:r>
            <a:endParaRPr lang="hu-HU"/>
          </a:p>
        </p:txBody>
      </p:sp>
      <p:sp>
        <p:nvSpPr>
          <p:cNvPr id="8" name="Szövegdoboz 27">
            <a:extLst>
              <a:ext uri="{FF2B5EF4-FFF2-40B4-BE49-F238E27FC236}">
                <a16:creationId xmlns:a16="http://schemas.microsoft.com/office/drawing/2014/main" id="{C0C5095E-2980-F991-CC4E-26D2614828E7}"/>
              </a:ext>
            </a:extLst>
          </p:cNvPr>
          <p:cNvSpPr txBox="1"/>
          <p:nvPr userDrawn="1"/>
        </p:nvSpPr>
        <p:spPr>
          <a:xfrm>
            <a:off x="5386683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 sz="1200"/>
              <a:t>Task </a:t>
            </a:r>
            <a:r>
              <a:rPr lang="ru-RU" sz="1200"/>
              <a:t>8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92194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zöveg helye 2">
            <a:extLst>
              <a:ext uri="{FF2B5EF4-FFF2-40B4-BE49-F238E27FC236}">
                <a16:creationId xmlns:a16="http://schemas.microsoft.com/office/drawing/2014/main" id="{C0D3D432-2E44-C142-ABD2-BDF76D6F55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1066184" cy="44141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800" b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 err="1"/>
              <a:t>Task</a:t>
            </a:r>
            <a:r>
              <a:rPr lang="hu-HU"/>
              <a:t> #</a:t>
            </a:r>
            <a:endParaRPr lang="en-GB"/>
          </a:p>
        </p:txBody>
      </p:sp>
      <p:sp>
        <p:nvSpPr>
          <p:cNvPr id="14" name="Szövegdoboz 8">
            <a:extLst>
              <a:ext uri="{FF2B5EF4-FFF2-40B4-BE49-F238E27FC236}">
                <a16:creationId xmlns:a16="http://schemas.microsoft.com/office/drawing/2014/main" id="{56AF44A3-836A-442E-9C39-2A2D1905E9D4}"/>
              </a:ext>
            </a:extLst>
          </p:cNvPr>
          <p:cNvSpPr txBox="1"/>
          <p:nvPr userDrawn="1"/>
        </p:nvSpPr>
        <p:spPr>
          <a:xfrm>
            <a:off x="11422380" y="6527435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5" name="Szöveg helye 2">
            <a:extLst>
              <a:ext uri="{FF2B5EF4-FFF2-40B4-BE49-F238E27FC236}">
                <a16:creationId xmlns:a16="http://schemas.microsoft.com/office/drawing/2014/main" id="{39E1E35D-4142-2B59-D9FE-8988D0ECEB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87020"/>
            <a:ext cx="11066184" cy="2882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GB" sz="1600" i="1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hu-HU"/>
              <a:t>Part of </a:t>
            </a:r>
            <a:r>
              <a:rPr lang="hu-HU" err="1"/>
              <a:t>the</a:t>
            </a:r>
            <a:r>
              <a:rPr lang="hu-HU"/>
              <a:t> </a:t>
            </a:r>
            <a:r>
              <a:rPr lang="hu-HU" err="1"/>
              <a:t>task</a:t>
            </a:r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8EA54E-851B-D85A-C5B0-5F3D1687FE7B}"/>
              </a:ext>
            </a:extLst>
          </p:cNvPr>
          <p:cNvCxnSpPr>
            <a:cxnSpLocks/>
          </p:cNvCxnSpPr>
          <p:nvPr userDrawn="1"/>
        </p:nvCxnSpPr>
        <p:spPr>
          <a:xfrm>
            <a:off x="0" y="805070"/>
            <a:ext cx="120396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42">
            <a:extLst>
              <a:ext uri="{FF2B5EF4-FFF2-40B4-BE49-F238E27FC236}">
                <a16:creationId xmlns:a16="http://schemas.microsoft.com/office/drawing/2014/main" id="{CB26848D-4ED4-55ED-08EE-DA66BE863809}"/>
              </a:ext>
            </a:extLst>
          </p:cNvPr>
          <p:cNvSpPr txBox="1"/>
          <p:nvPr userDrawn="1"/>
        </p:nvSpPr>
        <p:spPr>
          <a:xfrm>
            <a:off x="7753534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14</a:t>
            </a:r>
            <a:endParaRPr lang="hu-HU"/>
          </a:p>
        </p:txBody>
      </p:sp>
      <p:sp>
        <p:nvSpPr>
          <p:cNvPr id="10" name="Szövegdoboz 26">
            <a:extLst>
              <a:ext uri="{FF2B5EF4-FFF2-40B4-BE49-F238E27FC236}">
                <a16:creationId xmlns:a16="http://schemas.microsoft.com/office/drawing/2014/main" id="{1F5EDFD6-27E1-BE35-DF88-7732F18A449F}"/>
              </a:ext>
            </a:extLst>
          </p:cNvPr>
          <p:cNvSpPr txBox="1"/>
          <p:nvPr userDrawn="1"/>
        </p:nvSpPr>
        <p:spPr>
          <a:xfrm>
            <a:off x="614668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11</a:t>
            </a:r>
            <a:endParaRPr lang="hu-HU"/>
          </a:p>
        </p:txBody>
      </p:sp>
      <p:sp>
        <p:nvSpPr>
          <p:cNvPr id="11" name="Szövegdoboz 27">
            <a:extLst>
              <a:ext uri="{FF2B5EF4-FFF2-40B4-BE49-F238E27FC236}">
                <a16:creationId xmlns:a16="http://schemas.microsoft.com/office/drawing/2014/main" id="{B2AC80CA-3CC2-F5DB-9B4D-4CC99D4223D9}"/>
              </a:ext>
            </a:extLst>
          </p:cNvPr>
          <p:cNvSpPr txBox="1"/>
          <p:nvPr userDrawn="1"/>
        </p:nvSpPr>
        <p:spPr>
          <a:xfrm>
            <a:off x="2994290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12</a:t>
            </a:r>
            <a:endParaRPr lang="en-US"/>
          </a:p>
        </p:txBody>
      </p:sp>
      <p:sp>
        <p:nvSpPr>
          <p:cNvPr id="12" name="Szövegdoboz 42">
            <a:extLst>
              <a:ext uri="{FF2B5EF4-FFF2-40B4-BE49-F238E27FC236}">
                <a16:creationId xmlns:a16="http://schemas.microsoft.com/office/drawing/2014/main" id="{8D2E1378-D03E-82A1-6B60-5753667DA5F0}"/>
              </a:ext>
            </a:extLst>
          </p:cNvPr>
          <p:cNvSpPr txBox="1"/>
          <p:nvPr userDrawn="1"/>
        </p:nvSpPr>
        <p:spPr>
          <a:xfrm>
            <a:off x="5373912" y="6660137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13</a:t>
            </a:r>
            <a:endParaRPr lang="hu-HU"/>
          </a:p>
        </p:txBody>
      </p:sp>
      <p:sp>
        <p:nvSpPr>
          <p:cNvPr id="15" name="Szövegdoboz 42">
            <a:extLst>
              <a:ext uri="{FF2B5EF4-FFF2-40B4-BE49-F238E27FC236}">
                <a16:creationId xmlns:a16="http://schemas.microsoft.com/office/drawing/2014/main" id="{8A84BB8A-FF49-B681-B55C-69BE9960FA32}"/>
              </a:ext>
            </a:extLst>
          </p:cNvPr>
          <p:cNvSpPr txBox="1"/>
          <p:nvPr userDrawn="1"/>
        </p:nvSpPr>
        <p:spPr>
          <a:xfrm>
            <a:off x="10133156" y="6660030"/>
            <a:ext cx="14400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>
            <a:defPPr>
              <a:defRPr lang="hu-HU"/>
            </a:defPPr>
            <a:lvl1pPr lvl="0" algn="ctr">
              <a:defRPr sz="1200" b="1" i="0">
                <a:latin typeface="+mj-lt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hu-HU"/>
              <a:t>Task </a:t>
            </a:r>
            <a:r>
              <a:rPr lang="de-AT"/>
              <a:t>15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11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oleObject" Target="../embeddings/oleObject2.bin"/><Relationship Id="rId5" Type="http://schemas.openxmlformats.org/officeDocument/2006/relationships/slideLayout" Target="../slideLayouts/slideLayout16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B35C82-5DC5-9ECA-8B18-19556491DB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36749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6" progId="TCLayout.ActiveDocument.1">
                  <p:embed/>
                </p:oleObj>
              </mc:Choice>
              <mc:Fallback>
                <p:oleObj name="think-cell Slide" r:id="rId14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B35C82-5DC5-9ECA-8B18-19556491D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D55F8-3AA2-B507-7C50-C4A4D39A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5FF30-4D08-CA48-DC8A-657B75320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B2A36-6FAA-FB1B-F0DA-D045BB409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C3F9A-F90F-4C58-BD0D-68F8FE597BC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DF9-8589-5317-CB91-FB1857A7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0919-10DE-9B57-441F-EA8D8D1AC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3412-9F98-4FF2-98AE-0E0A37F514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76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78CE001-69BA-EBC8-0096-6839832916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117930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25" imgH="426" progId="TCLayout.ActiveDocument.1">
                  <p:embed/>
                </p:oleObj>
              </mc:Choice>
              <mc:Fallback>
                <p:oleObj name="think-cell Slide" r:id="rId11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8CE001-69BA-EBC8-0096-6839832916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261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.emf"/><Relationship Id="rId9" Type="http://schemas.openxmlformats.org/officeDocument/2006/relationships/image" Target="../media/image16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5253FCC-2E01-4F35-B307-5DAC72427A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253FCC-2E01-4F35-B307-5DAC72427A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3A61BD6E-F79D-5C18-17D1-013CE4C7FD0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4044"/>
            <a:ext cx="12192000" cy="8126088"/>
          </a:xfrm>
          <a:prstGeom prst="rect">
            <a:avLst/>
          </a:prstGeom>
        </p:spPr>
      </p:pic>
      <p:sp>
        <p:nvSpPr>
          <p:cNvPr id="3" name="Flowchart: Manual Operation 4">
            <a:extLst>
              <a:ext uri="{FF2B5EF4-FFF2-40B4-BE49-F238E27FC236}">
                <a16:creationId xmlns:a16="http://schemas.microsoft.com/office/drawing/2014/main" id="{CA024204-94AF-6347-A915-53567D9CE7D8}"/>
              </a:ext>
            </a:extLst>
          </p:cNvPr>
          <p:cNvSpPr/>
          <p:nvPr/>
        </p:nvSpPr>
        <p:spPr>
          <a:xfrm rot="11297026">
            <a:off x="-1232744" y="-931870"/>
            <a:ext cx="7485034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Manual Operation 5">
            <a:extLst>
              <a:ext uri="{FF2B5EF4-FFF2-40B4-BE49-F238E27FC236}">
                <a16:creationId xmlns:a16="http://schemas.microsoft.com/office/drawing/2014/main" id="{F0DC8F19-0213-1E44-991F-A7C5AF1821E9}"/>
              </a:ext>
            </a:extLst>
          </p:cNvPr>
          <p:cNvSpPr/>
          <p:nvPr/>
        </p:nvSpPr>
        <p:spPr>
          <a:xfrm rot="9995555">
            <a:off x="-1125425" y="-1110861"/>
            <a:ext cx="7110385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5E8FBC-CB8F-F644-BD07-D00960F74B91}"/>
              </a:ext>
            </a:extLst>
          </p:cNvPr>
          <p:cNvSpPr txBox="1"/>
          <p:nvPr/>
        </p:nvSpPr>
        <p:spPr>
          <a:xfrm>
            <a:off x="-19630" y="556718"/>
            <a:ext cx="52644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chemeClr val="bg1">
                    <a:lumMod val="95000"/>
                  </a:schemeClr>
                </a:solidFill>
              </a:rPr>
              <a:t>Group 17</a:t>
            </a:r>
            <a:r>
              <a:rPr lang="hu-HU" sz="4000" b="1">
                <a:solidFill>
                  <a:schemeClr val="bg1">
                    <a:lumMod val="95000"/>
                  </a:schemeClr>
                </a:solidFill>
              </a:rPr>
              <a:t> – </a:t>
            </a:r>
            <a:endParaRPr lang="de-AT" sz="4000" b="1">
              <a:solidFill>
                <a:schemeClr val="bg1">
                  <a:lumMod val="95000"/>
                </a:schemeClr>
              </a:solidFill>
            </a:endParaRPr>
          </a:p>
          <a:p>
            <a:r>
              <a:rPr lang="de-AT" sz="4000" b="1" err="1">
                <a:solidFill>
                  <a:schemeClr val="bg1">
                    <a:lumMod val="95000"/>
                  </a:schemeClr>
                </a:solidFill>
              </a:rPr>
              <a:t>Factor</a:t>
            </a:r>
            <a:r>
              <a:rPr lang="de-AT" sz="4000" b="1">
                <a:solidFill>
                  <a:schemeClr val="bg1">
                    <a:lumMod val="95000"/>
                  </a:schemeClr>
                </a:solidFill>
              </a:rPr>
              <a:t> Data Analysis</a:t>
            </a:r>
            <a:endParaRPr lang="en-US" sz="400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847F1-C061-9F8F-8957-8C370FCD826E}"/>
              </a:ext>
            </a:extLst>
          </p:cNvPr>
          <p:cNvSpPr/>
          <p:nvPr/>
        </p:nvSpPr>
        <p:spPr>
          <a:xfrm>
            <a:off x="228600" y="1880157"/>
            <a:ext cx="4767943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By Tristan Leiter, Filip Kindermann</a:t>
            </a:r>
          </a:p>
        </p:txBody>
      </p:sp>
    </p:spTree>
    <p:extLst>
      <p:ext uri="{BB962C8B-B14F-4D97-AF65-F5344CB8AC3E}">
        <p14:creationId xmlns:p14="http://schemas.microsoft.com/office/powerpoint/2010/main" val="167221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86"/>
    </mc:Choice>
    <mc:Fallback xmlns="">
      <p:transition spd="slow" advTm="190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A079F-EF30-1611-CAE5-5B26EFA5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7F41DDD5-207C-3D52-7842-FDD6AFCD82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116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1DDD5-207C-3D52-7842-FDD6AFCD82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D4ED812-049B-538E-60C6-6CEBBD647498}"/>
              </a:ext>
            </a:extLst>
          </p:cNvPr>
          <p:cNvSpPr/>
          <p:nvPr/>
        </p:nvSpPr>
        <p:spPr>
          <a:xfrm>
            <a:off x="0" y="1255883"/>
            <a:ext cx="12192000" cy="51753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0886E-1E8B-118D-3D41-A6C257B8CAA4}"/>
              </a:ext>
            </a:extLst>
          </p:cNvPr>
          <p:cNvSpPr/>
          <p:nvPr/>
        </p:nvSpPr>
        <p:spPr>
          <a:xfrm>
            <a:off x="1700315" y="1584961"/>
            <a:ext cx="3283165" cy="4786020"/>
          </a:xfrm>
          <a:prstGeom prst="rect">
            <a:avLst/>
          </a:prstGeom>
          <a:solidFill>
            <a:srgbClr val="00489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0C63F-E058-511D-5EBB-D3D74595B166}"/>
              </a:ext>
            </a:extLst>
          </p:cNvPr>
          <p:cNvSpPr/>
          <p:nvPr/>
        </p:nvSpPr>
        <p:spPr>
          <a:xfrm>
            <a:off x="5115788" y="1584961"/>
            <a:ext cx="3283165" cy="4786020"/>
          </a:xfrm>
          <a:prstGeom prst="rect">
            <a:avLst/>
          </a:prstGeom>
          <a:solidFill>
            <a:srgbClr val="B22222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E56BB4-3E74-A4CF-EEEB-EF479EA753BE}"/>
              </a:ext>
            </a:extLst>
          </p:cNvPr>
          <p:cNvSpPr/>
          <p:nvPr/>
        </p:nvSpPr>
        <p:spPr>
          <a:xfrm>
            <a:off x="8531262" y="1584961"/>
            <a:ext cx="3283165" cy="4786020"/>
          </a:xfrm>
          <a:prstGeom prst="rect">
            <a:avLst/>
          </a:prstGeom>
          <a:solidFill>
            <a:srgbClr val="F37021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4183C6-6350-A772-A37D-7A08A4204D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>
                <a:latin typeface="Google Sans Text"/>
              </a:rPr>
              <a:t>Factor interpretation.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94995-53B6-F91B-50F1-35D023C2CE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>
                <a:latin typeface="Google Sans Text"/>
              </a:rPr>
              <a:t>Intuition and economic interpretation of the selected factors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E4D8742-2D64-44D1-496A-B07CCD7D23A9}"/>
              </a:ext>
            </a:extLst>
          </p:cNvPr>
          <p:cNvSpPr txBox="1"/>
          <p:nvPr/>
        </p:nvSpPr>
        <p:spPr>
          <a:xfrm>
            <a:off x="255387" y="1658776"/>
            <a:ext cx="2189844" cy="2756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First Publication:</a:t>
            </a:r>
            <a:endParaRPr lang="en-US" sz="1050" b="1" i="1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4E34A74F-9617-6397-6B39-8DF8A2BEF2E5}"/>
              </a:ext>
            </a:extLst>
          </p:cNvPr>
          <p:cNvSpPr txBox="1"/>
          <p:nvPr/>
        </p:nvSpPr>
        <p:spPr>
          <a:xfrm>
            <a:off x="2317789" y="1640785"/>
            <a:ext cx="2189844" cy="2756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  <a:spcAft>
                <a:spcPts val="1350"/>
              </a:spcAft>
              <a:buNone/>
            </a:pPr>
            <a:r>
              <a:rPr kumimoji="0" lang="en-US" sz="105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Asness</a:t>
            </a:r>
            <a:r>
              <a:rPr kumimoji="0" lang="en-US" sz="105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et al. (2019)</a:t>
            </a:r>
            <a:endParaRPr lang="en-US" sz="105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89732A4A-B003-92FC-6CED-4757EC8F6C10}"/>
              </a:ext>
            </a:extLst>
          </p:cNvPr>
          <p:cNvSpPr txBox="1"/>
          <p:nvPr/>
        </p:nvSpPr>
        <p:spPr>
          <a:xfrm>
            <a:off x="5732065" y="1654062"/>
            <a:ext cx="2189844" cy="2756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  <a:spcAft>
                <a:spcPts val="1350"/>
              </a:spcAft>
              <a:buNone/>
            </a:pPr>
            <a:r>
              <a:rPr lang="en-GB" sz="1050">
                <a:latin typeface="Google Sans Text"/>
              </a:rPr>
              <a:t>Jegadeesh</a:t>
            </a: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et al. (</a:t>
            </a:r>
            <a:r>
              <a:rPr lang="en-GB" sz="1050">
                <a:latin typeface="Google Sans Text"/>
              </a:rPr>
              <a:t>1993</a:t>
            </a: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)</a:t>
            </a:r>
            <a:endParaRPr lang="en-US" sz="105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EA22C08A-2236-01F7-7683-09C7E6045204}"/>
              </a:ext>
            </a:extLst>
          </p:cNvPr>
          <p:cNvSpPr txBox="1"/>
          <p:nvPr/>
        </p:nvSpPr>
        <p:spPr>
          <a:xfrm>
            <a:off x="9146340" y="1636071"/>
            <a:ext cx="2189844" cy="2756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  <a:spcAft>
                <a:spcPts val="1350"/>
              </a:spcAft>
              <a:buNone/>
            </a:pPr>
            <a:r>
              <a:rPr lang="en-GB" sz="1050" err="1">
                <a:latin typeface="Google Sans Text"/>
              </a:rPr>
              <a:t>Lakonishok</a:t>
            </a: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et al. (</a:t>
            </a:r>
            <a:r>
              <a:rPr lang="en-GB" sz="1050">
                <a:latin typeface="Google Sans Text"/>
              </a:rPr>
              <a:t>1994</a:t>
            </a:r>
            <a:r>
              <a:rPr kumimoji="0" lang="en-US" sz="105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)</a:t>
            </a:r>
            <a:endParaRPr lang="en-US" sz="105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83B76AF7-F2F1-E75B-3C4C-F5B9E10CCD45}"/>
              </a:ext>
            </a:extLst>
          </p:cNvPr>
          <p:cNvSpPr txBox="1"/>
          <p:nvPr/>
        </p:nvSpPr>
        <p:spPr>
          <a:xfrm>
            <a:off x="255387" y="2014418"/>
            <a:ext cx="2189844" cy="4630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Underlying </a:t>
            </a:r>
          </a:p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observation:</a:t>
            </a:r>
            <a:endParaRPr lang="en-US" sz="1050" b="1" i="1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C924B16F-F480-9BAD-077D-48A3CCC80FCA}"/>
              </a:ext>
            </a:extLst>
          </p:cNvPr>
          <p:cNvSpPr txBox="1"/>
          <p:nvPr/>
        </p:nvSpPr>
        <p:spPr>
          <a:xfrm>
            <a:off x="1792711" y="2014418"/>
            <a:ext cx="3240000" cy="4644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1C1E"/>
                </a:solidFill>
                <a:latin typeface="Google Sans Text"/>
              </a:rPr>
              <a:t>F</a:t>
            </a:r>
            <a:r>
              <a:rPr lang="en-US" sz="1050" b="0" i="0" dirty="0">
                <a:solidFill>
                  <a:srgbClr val="1A1C1E"/>
                </a:solidFill>
                <a:effectLst/>
                <a:latin typeface="Google Sans Text"/>
              </a:rPr>
              <a:t>irms </a:t>
            </a:r>
            <a:r>
              <a:rPr lang="en-US" sz="1050" i="0" dirty="0">
                <a:solidFill>
                  <a:srgbClr val="1A1C1E"/>
                </a:solidFill>
                <a:effectLst/>
                <a:latin typeface="Google Sans Text"/>
              </a:rPr>
              <a:t>with </a:t>
            </a:r>
            <a:r>
              <a:rPr lang="en-US" sz="1050" b="1" i="0" dirty="0">
                <a:solidFill>
                  <a:srgbClr val="1A1C1E"/>
                </a:solidFill>
                <a:effectLst/>
                <a:latin typeface="Google Sans Text"/>
              </a:rPr>
              <a:t>high quality scores earn higher excess returns </a:t>
            </a:r>
            <a:r>
              <a:rPr lang="en-US" sz="1050" i="0" dirty="0">
                <a:solidFill>
                  <a:srgbClr val="1A1C1E"/>
                </a:solidFill>
                <a:effectLst/>
                <a:latin typeface="Google Sans Text"/>
              </a:rPr>
              <a:t>than those </a:t>
            </a:r>
            <a:r>
              <a:rPr lang="en-US" sz="1050" b="0" i="0" dirty="0">
                <a:solidFill>
                  <a:srgbClr val="1A1C1E"/>
                </a:solidFill>
                <a:effectLst/>
                <a:latin typeface="Google Sans Text"/>
              </a:rPr>
              <a:t>with low quality scores (junk)</a:t>
            </a:r>
            <a:endParaRPr lang="en-US" sz="105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19308748-1BE6-39FD-AC5D-B6DA8EA8A44B}"/>
              </a:ext>
            </a:extLst>
          </p:cNvPr>
          <p:cNvSpPr txBox="1"/>
          <p:nvPr/>
        </p:nvSpPr>
        <p:spPr>
          <a:xfrm>
            <a:off x="1792711" y="2575473"/>
            <a:ext cx="3240000" cy="8492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1C1E"/>
                </a:solidFill>
                <a:latin typeface="Google Sans Text"/>
              </a:rPr>
              <a:t>Quality is measured by several profitability measures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A1C1E"/>
                </a:solidFill>
                <a:latin typeface="Google Sans Text"/>
              </a:rPr>
              <a:t>Sorting firms based on their quality scores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A1C1E"/>
                </a:solidFill>
                <a:latin typeface="Google Sans Text"/>
              </a:rPr>
              <a:t>Long</a:t>
            </a:r>
            <a:r>
              <a:rPr lang="en-US" sz="1050" dirty="0">
                <a:solidFill>
                  <a:srgbClr val="1A1C1E"/>
                </a:solidFill>
                <a:latin typeface="Google Sans Text"/>
              </a:rPr>
              <a:t> in the </a:t>
            </a:r>
            <a:r>
              <a:rPr lang="en-US" sz="1050" b="1" dirty="0">
                <a:solidFill>
                  <a:srgbClr val="1A1C1E"/>
                </a:solidFill>
                <a:latin typeface="Google Sans Text"/>
              </a:rPr>
              <a:t>top </a:t>
            </a:r>
            <a:r>
              <a:rPr lang="en-US" sz="1050" dirty="0">
                <a:solidFill>
                  <a:srgbClr val="1A1C1E"/>
                </a:solidFill>
                <a:latin typeface="Google Sans Text"/>
              </a:rPr>
              <a:t>33% of firms (high quality)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A1C1E"/>
                </a:solidFill>
                <a:latin typeface="Google Sans Text"/>
              </a:rPr>
              <a:t>Short </a:t>
            </a:r>
            <a:r>
              <a:rPr lang="en-US" sz="1050" dirty="0">
                <a:solidFill>
                  <a:srgbClr val="1A1C1E"/>
                </a:solidFill>
                <a:latin typeface="Google Sans Text"/>
              </a:rPr>
              <a:t>in the </a:t>
            </a:r>
            <a:r>
              <a:rPr lang="en-US" sz="1050" b="1" dirty="0">
                <a:solidFill>
                  <a:srgbClr val="1A1C1E"/>
                </a:solidFill>
                <a:latin typeface="Google Sans Text"/>
              </a:rPr>
              <a:t>bottom </a:t>
            </a:r>
            <a:r>
              <a:rPr lang="en-US" sz="1050" dirty="0">
                <a:solidFill>
                  <a:srgbClr val="1A1C1E"/>
                </a:solidFill>
                <a:latin typeface="Google Sans Text"/>
              </a:rPr>
              <a:t>33% (junk firms)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A8B1E8D8-886B-4FF5-D659-42CFADBA8744}"/>
              </a:ext>
            </a:extLst>
          </p:cNvPr>
          <p:cNvSpPr txBox="1"/>
          <p:nvPr/>
        </p:nvSpPr>
        <p:spPr>
          <a:xfrm>
            <a:off x="255387" y="2574062"/>
            <a:ext cx="2189844" cy="4630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Methodology</a:t>
            </a:r>
          </a:p>
          <a:p>
            <a:pPr algn="l">
              <a:lnSpc>
                <a:spcPts val="1500"/>
              </a:lnSpc>
              <a:buNone/>
            </a:pPr>
            <a:r>
              <a:rPr lang="en-US" sz="1050" b="1" i="1">
                <a:solidFill>
                  <a:prstClr val="black"/>
                </a:solidFill>
                <a:latin typeface="Google Sans Text"/>
              </a:rPr>
              <a:t>for this analysis</a:t>
            </a: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:</a:t>
            </a:r>
            <a:endParaRPr lang="en-US" sz="1050" b="1" i="1">
              <a:solidFill>
                <a:srgbClr val="1A1C1E"/>
              </a:solidFill>
              <a:effectLst/>
              <a:latin typeface="Google Sans Tex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36">
                <a:extLst>
                  <a:ext uri="{FF2B5EF4-FFF2-40B4-BE49-F238E27FC236}">
                    <a16:creationId xmlns:a16="http://schemas.microsoft.com/office/drawing/2014/main" id="{3AC21750-535B-C26F-EF19-46D2ED522DC2}"/>
                  </a:ext>
                </a:extLst>
              </p:cNvPr>
              <p:cNvSpPr txBox="1"/>
              <p:nvPr/>
            </p:nvSpPr>
            <p:spPr>
              <a:xfrm>
                <a:off x="1766229" y="3741585"/>
                <a:ext cx="3292963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de-CH" sz="900">
                    <a:latin typeface="Google Sans Text"/>
                  </a:rPr>
                  <a:t>QMJ </a:t>
                </a:r>
                <a14:m>
                  <m:oMath xmlns:m="http://schemas.openxmlformats.org/officeDocument/2006/math">
                    <m:r>
                      <a:rPr lang="de-CH" sz="9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𝐻𝑖𝑔h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𝑄𝑢𝑎𝑙𝑖𝑡𝑦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𝑄𝑢𝑎𝑙𝑖𝑡𝑦</m:t>
                    </m:r>
                  </m:oMath>
                </a14:m>
                <a:endParaRPr lang="de-CH" sz="900">
                  <a:latin typeface="Google Sans Text"/>
                </a:endParaRPr>
              </a:p>
            </p:txBody>
          </p:sp>
        </mc:Choice>
        <mc:Fallback xmlns="">
          <p:sp>
            <p:nvSpPr>
              <p:cNvPr id="22" name="Textfeld 36">
                <a:extLst>
                  <a:ext uri="{FF2B5EF4-FFF2-40B4-BE49-F238E27FC236}">
                    <a16:creationId xmlns:a16="http://schemas.microsoft.com/office/drawing/2014/main" id="{061663F0-860D-6205-A7E6-C9473C7A4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29" y="3741585"/>
                <a:ext cx="3292963" cy="138499"/>
              </a:xfrm>
              <a:prstGeom prst="rect">
                <a:avLst/>
              </a:prstGeom>
              <a:blipFill>
                <a:blip r:embed="rId5"/>
                <a:stretch>
                  <a:fillRect t="-27273" b="-5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3">
            <a:extLst>
              <a:ext uri="{FF2B5EF4-FFF2-40B4-BE49-F238E27FC236}">
                <a16:creationId xmlns:a16="http://schemas.microsoft.com/office/drawing/2014/main" id="{BCF682BA-96D9-29C8-3BA1-68020DAAFD32}"/>
              </a:ext>
            </a:extLst>
          </p:cNvPr>
          <p:cNvSpPr txBox="1"/>
          <p:nvPr/>
        </p:nvSpPr>
        <p:spPr>
          <a:xfrm>
            <a:off x="255387" y="4064328"/>
            <a:ext cx="2189844" cy="4630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Economic </a:t>
            </a:r>
          </a:p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interpretation:</a:t>
            </a:r>
            <a:endParaRPr lang="en-US" sz="1050" b="1" i="1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85D1156A-F983-D318-0C77-13AD0096CA5D}"/>
              </a:ext>
            </a:extLst>
          </p:cNvPr>
          <p:cNvSpPr txBox="1"/>
          <p:nvPr/>
        </p:nvSpPr>
        <p:spPr>
          <a:xfrm>
            <a:off x="1792711" y="4064328"/>
            <a:ext cx="3240000" cy="1041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Idea: quality companies (those with strong fundamentals) should command higher prices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latin typeface="Google Sans Text"/>
              </a:rPr>
              <a:t>B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ut </a:t>
            </a:r>
            <a:r>
              <a:rPr lang="en-GB" sz="1050" b="1">
                <a:solidFill>
                  <a:srgbClr val="1A1C1E"/>
                </a:solidFill>
                <a:effectLst/>
                <a:latin typeface="Google Sans Text"/>
              </a:rPr>
              <a:t>markets often underprice 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them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1A1C1E"/>
                </a:solidFill>
                <a:latin typeface="Google Sans Text"/>
              </a:rPr>
              <a:t>Analysts are </a:t>
            </a:r>
            <a:r>
              <a:rPr lang="en-US" sz="1050" b="1">
                <a:solidFill>
                  <a:srgbClr val="1A1C1E"/>
                </a:solidFill>
                <a:latin typeface="Google Sans Text"/>
              </a:rPr>
              <a:t>too optimistic about junk stocks and too pessimistic about quality</a:t>
            </a:r>
            <a:endParaRPr lang="en-US" sz="1050" b="1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7ECA2373-1C75-99E9-0A90-ADA6B588E87F}"/>
              </a:ext>
            </a:extLst>
          </p:cNvPr>
          <p:cNvSpPr txBox="1"/>
          <p:nvPr/>
        </p:nvSpPr>
        <p:spPr>
          <a:xfrm>
            <a:off x="255387" y="5066012"/>
            <a:ext cx="2189844" cy="4630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Further </a:t>
            </a:r>
          </a:p>
          <a:p>
            <a:pPr algn="l">
              <a:lnSpc>
                <a:spcPts val="1500"/>
              </a:lnSpc>
              <a:buNone/>
            </a:pPr>
            <a:r>
              <a:rPr kumimoji="0" lang="en-US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observations</a:t>
            </a:r>
            <a:endParaRPr lang="en-US" sz="1050" b="1" i="1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2BC9AD81-34D8-2CA6-BEBB-8F1B3AE8055A}"/>
              </a:ext>
            </a:extLst>
          </p:cNvPr>
          <p:cNvSpPr txBox="1"/>
          <p:nvPr/>
        </p:nvSpPr>
        <p:spPr>
          <a:xfrm>
            <a:off x="1792711" y="5109697"/>
            <a:ext cx="3240000" cy="1041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The evidence challenges risk-based explanations and aligns rather with mispricing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1A1C1E"/>
                </a:solidFill>
                <a:latin typeface="Google Sans Text"/>
              </a:rPr>
              <a:t>Li et al. (2023) find that seasonality effects and investor sentiment contribute to the persistence of the QMJ factor.</a:t>
            </a:r>
            <a:endParaRPr lang="en-GB" sz="105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EB60370E-08E8-510D-DB21-F63EEE6BE1B2}"/>
              </a:ext>
            </a:extLst>
          </p:cNvPr>
          <p:cNvSpPr txBox="1"/>
          <p:nvPr/>
        </p:nvSpPr>
        <p:spPr>
          <a:xfrm>
            <a:off x="5206987" y="2014418"/>
            <a:ext cx="3240000" cy="4644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latin typeface="Google Sans Text"/>
              </a:rPr>
              <a:t>Stocks that </a:t>
            </a:r>
            <a:r>
              <a:rPr lang="en-GB" sz="1050" b="1">
                <a:solidFill>
                  <a:srgbClr val="1A1C1E"/>
                </a:solidFill>
                <a:latin typeface="Google Sans Text"/>
              </a:rPr>
              <a:t>performed well in the last 3 to 12 months tend to outperform </a:t>
            </a:r>
            <a:r>
              <a:rPr lang="en-GB" sz="1050">
                <a:solidFill>
                  <a:srgbClr val="1A1C1E"/>
                </a:solidFill>
                <a:latin typeface="Google Sans Text"/>
              </a:rPr>
              <a:t>in the near-term future</a:t>
            </a:r>
            <a:endParaRPr lang="en-US" sz="105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D3B8EF99-C8BC-BBB8-8602-9AF3C26A9F45}"/>
              </a:ext>
            </a:extLst>
          </p:cNvPr>
          <p:cNvSpPr txBox="1"/>
          <p:nvPr/>
        </p:nvSpPr>
        <p:spPr>
          <a:xfrm>
            <a:off x="5206987" y="2575473"/>
            <a:ext cx="3240000" cy="1041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1A1C1E"/>
                </a:solidFill>
                <a:latin typeface="Google Sans Text"/>
              </a:rPr>
              <a:t>Each month, stocks are ranked based on their performance in the last 12 months (excluding last month)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Long 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in the </a:t>
            </a: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winner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 portfolios (highest tercile)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Short 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in the </a:t>
            </a: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loser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 portfolios (lowest tercile)</a:t>
            </a: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3728034E-0ED5-427D-BC36-29C5C5D8FF62}"/>
              </a:ext>
            </a:extLst>
          </p:cNvPr>
          <p:cNvSpPr txBox="1"/>
          <p:nvPr/>
        </p:nvSpPr>
        <p:spPr>
          <a:xfrm>
            <a:off x="5206987" y="4064328"/>
            <a:ext cx="3240000" cy="1041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050" noProof="0">
                <a:solidFill>
                  <a:srgbClr val="1A1C1E"/>
                </a:solidFill>
                <a:latin typeface="Google Sans Text"/>
              </a:rPr>
              <a:t>Interpretation is based on </a:t>
            </a:r>
            <a:r>
              <a:rPr lang="en-US" sz="1050" b="1" noProof="0">
                <a:solidFill>
                  <a:srgbClr val="1A1C1E"/>
                </a:solidFill>
                <a:effectLst/>
                <a:latin typeface="Google Sans Text"/>
              </a:rPr>
              <a:t>behavioral patterns</a:t>
            </a:r>
          </a:p>
          <a:p>
            <a:pPr marL="628650" lvl="1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noProof="0">
                <a:solidFill>
                  <a:srgbClr val="1A1C1E"/>
                </a:solidFill>
                <a:effectLst/>
                <a:latin typeface="Google Sans Text"/>
              </a:rPr>
              <a:t>underreaction to news</a:t>
            </a:r>
          </a:p>
          <a:p>
            <a:pPr marL="628650" lvl="1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noProof="0">
                <a:solidFill>
                  <a:srgbClr val="1A1C1E"/>
                </a:solidFill>
                <a:effectLst/>
                <a:latin typeface="Google Sans Text"/>
              </a:rPr>
              <a:t>delayed overreaction (Daniel et al, 1998)</a:t>
            </a:r>
          </a:p>
          <a:p>
            <a:pPr marL="628650" lvl="1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noProof="0">
                <a:solidFill>
                  <a:srgbClr val="1A1C1E"/>
                </a:solidFill>
                <a:effectLst/>
                <a:latin typeface="Google Sans Text"/>
              </a:rPr>
              <a:t>investor herding </a:t>
            </a:r>
            <a:r>
              <a:rPr lang="en-GB" sz="1050" noProof="0" err="1">
                <a:solidFill>
                  <a:srgbClr val="1A1C1E"/>
                </a:solidFill>
                <a:effectLst/>
                <a:latin typeface="Google Sans Text"/>
              </a:rPr>
              <a:t>behavior</a:t>
            </a:r>
            <a:r>
              <a:rPr lang="en-US" sz="1050">
                <a:solidFill>
                  <a:srgbClr val="1A1C1E"/>
                </a:solidFill>
                <a:latin typeface="Google Sans Text"/>
              </a:rPr>
              <a:t> </a:t>
            </a:r>
            <a:r>
              <a:rPr lang="en-US" sz="1050" noProof="0">
                <a:solidFill>
                  <a:srgbClr val="1A1C1E"/>
                </a:solidFill>
                <a:effectLst/>
                <a:latin typeface="Google Sans Text"/>
              </a:rPr>
              <a:t>(Barberis et al., 1998)</a:t>
            </a:r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FD5723D3-0C3C-3808-9521-8FDE91EAA1C2}"/>
              </a:ext>
            </a:extLst>
          </p:cNvPr>
          <p:cNvSpPr txBox="1"/>
          <p:nvPr/>
        </p:nvSpPr>
        <p:spPr>
          <a:xfrm>
            <a:off x="5206987" y="5109697"/>
            <a:ext cx="3240000" cy="8492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The momentum factor is </a:t>
            </a:r>
            <a:r>
              <a:rPr lang="en-GB" sz="1050" b="1">
                <a:solidFill>
                  <a:srgbClr val="1A1C1E"/>
                </a:solidFill>
                <a:effectLst/>
                <a:latin typeface="Google Sans Text"/>
              </a:rPr>
              <a:t>prone to large drawdowns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, as first documented by Daniel and Moskowitz (2016), who show that momentum crashes occur primarily during sharp market recoveries.</a:t>
            </a:r>
          </a:p>
        </p:txBody>
      </p:sp>
      <p:sp>
        <p:nvSpPr>
          <p:cNvPr id="49" name="TextBox 3">
            <a:extLst>
              <a:ext uri="{FF2B5EF4-FFF2-40B4-BE49-F238E27FC236}">
                <a16:creationId xmlns:a16="http://schemas.microsoft.com/office/drawing/2014/main" id="{6817C0F6-A9DD-465B-68B8-5003D2C66838}"/>
              </a:ext>
            </a:extLst>
          </p:cNvPr>
          <p:cNvSpPr txBox="1"/>
          <p:nvPr/>
        </p:nvSpPr>
        <p:spPr>
          <a:xfrm>
            <a:off x="8621263" y="2014418"/>
            <a:ext cx="3240000" cy="4644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latin typeface="Google Sans Text"/>
              </a:rPr>
              <a:t>Firms with the </a:t>
            </a:r>
            <a:r>
              <a:rPr lang="en-GB" sz="1050" b="1">
                <a:solidFill>
                  <a:srgbClr val="1A1C1E"/>
                </a:solidFill>
                <a:latin typeface="Google Sans Text"/>
              </a:rPr>
              <a:t>lowest past sales growth outperform </a:t>
            </a:r>
            <a:r>
              <a:rPr lang="en-GB" sz="1050">
                <a:solidFill>
                  <a:srgbClr val="1A1C1E"/>
                </a:solidFill>
                <a:latin typeface="Google Sans Text"/>
              </a:rPr>
              <a:t>those with the </a:t>
            </a:r>
            <a:r>
              <a:rPr lang="en-GB" sz="1050" b="1">
                <a:solidFill>
                  <a:srgbClr val="1A1C1E"/>
                </a:solidFill>
                <a:latin typeface="Google Sans Text"/>
              </a:rPr>
              <a:t>highest</a:t>
            </a:r>
            <a:r>
              <a:rPr lang="en-GB" sz="1050">
                <a:solidFill>
                  <a:srgbClr val="1A1C1E"/>
                </a:solidFill>
                <a:latin typeface="Google Sans Text"/>
              </a:rPr>
              <a:t>. </a:t>
            </a: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760EAFD7-D82C-A999-D9DF-82D6FA89776F}"/>
              </a:ext>
            </a:extLst>
          </p:cNvPr>
          <p:cNvSpPr txBox="1"/>
          <p:nvPr/>
        </p:nvSpPr>
        <p:spPr>
          <a:xfrm>
            <a:off x="8621263" y="2575473"/>
            <a:ext cx="3240000" cy="8492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1A1C1E"/>
                </a:solidFill>
                <a:latin typeface="Google Sans Text"/>
              </a:rPr>
              <a:t>stocks are ranked based on past sales growth figures over 3 years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Long in the low sales growth firms 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(lowest tercile) 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rgbClr val="1A1C1E"/>
                </a:solidFill>
                <a:latin typeface="Google Sans Text"/>
              </a:rPr>
              <a:t>Short in the high sales growth firms </a:t>
            </a:r>
            <a:r>
              <a:rPr lang="en-GB" sz="1050" dirty="0">
                <a:solidFill>
                  <a:srgbClr val="1A1C1E"/>
                </a:solidFill>
                <a:latin typeface="Google Sans Text"/>
              </a:rPr>
              <a:t>(highest tercile)</a:t>
            </a:r>
          </a:p>
        </p:txBody>
      </p:sp>
      <p:sp>
        <p:nvSpPr>
          <p:cNvPr id="51" name="TextBox 3">
            <a:extLst>
              <a:ext uri="{FF2B5EF4-FFF2-40B4-BE49-F238E27FC236}">
                <a16:creationId xmlns:a16="http://schemas.microsoft.com/office/drawing/2014/main" id="{12C669B8-8C86-F315-C62F-51A11CCFABC8}"/>
              </a:ext>
            </a:extLst>
          </p:cNvPr>
          <p:cNvSpPr txBox="1"/>
          <p:nvPr/>
        </p:nvSpPr>
        <p:spPr>
          <a:xfrm>
            <a:off x="8621263" y="4064328"/>
            <a:ext cx="3240000" cy="10415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Idea: </a:t>
            </a:r>
            <a:r>
              <a:rPr lang="en-US" sz="1050">
                <a:solidFill>
                  <a:srgbClr val="1A1C1E"/>
                </a:solidFill>
                <a:latin typeface="Google Sans Text"/>
              </a:rPr>
              <a:t>Stocks with </a:t>
            </a:r>
            <a:r>
              <a:rPr lang="en-US" sz="1050" b="1">
                <a:solidFill>
                  <a:srgbClr val="1A1C1E"/>
                </a:solidFill>
                <a:latin typeface="Google Sans Text"/>
              </a:rPr>
              <a:t>high past sales growth are often overvalued </a:t>
            </a:r>
            <a:r>
              <a:rPr lang="en-US" sz="1050">
                <a:solidFill>
                  <a:srgbClr val="1A1C1E"/>
                </a:solidFill>
                <a:latin typeface="Google Sans Text"/>
              </a:rPr>
              <a:t>under the assumption that such growth will continue</a:t>
            </a:r>
            <a:endParaRPr lang="en-GB" sz="1050">
              <a:solidFill>
                <a:srgbClr val="1A1C1E"/>
              </a:solidFill>
              <a:effectLst/>
              <a:latin typeface="Google Sans Text"/>
            </a:endParaRP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>
                <a:solidFill>
                  <a:srgbClr val="1A1C1E"/>
                </a:solidFill>
                <a:latin typeface="Google Sans Text"/>
              </a:rPr>
              <a:t>B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ut </a:t>
            </a:r>
            <a:r>
              <a:rPr lang="en-GB" sz="1050" b="1">
                <a:solidFill>
                  <a:srgbClr val="1A1C1E"/>
                </a:solidFill>
                <a:effectLst/>
                <a:latin typeface="Google Sans Text"/>
              </a:rPr>
              <a:t>past sales growth 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exhibits </a:t>
            </a:r>
            <a:r>
              <a:rPr lang="en-GB" sz="1050" b="1">
                <a:solidFill>
                  <a:srgbClr val="1A1C1E"/>
                </a:solidFill>
                <a:effectLst/>
                <a:latin typeface="Google Sans Text"/>
              </a:rPr>
              <a:t>poor predictability</a:t>
            </a:r>
            <a:r>
              <a:rPr lang="en-GB" sz="1050">
                <a:solidFill>
                  <a:srgbClr val="1A1C1E"/>
                </a:solidFill>
                <a:effectLst/>
                <a:latin typeface="Google Sans Text"/>
              </a:rPr>
              <a:t>, which makes this assumption flawed </a:t>
            </a:r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C4108684-79FE-8B36-3F18-0457F281C0E5}"/>
              </a:ext>
            </a:extLst>
          </p:cNvPr>
          <p:cNvSpPr txBox="1"/>
          <p:nvPr/>
        </p:nvSpPr>
        <p:spPr>
          <a:xfrm>
            <a:off x="8621263" y="5109697"/>
            <a:ext cx="3240000" cy="6568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1A1C1E"/>
                </a:solidFill>
                <a:effectLst/>
                <a:latin typeface="Google Sans Text"/>
              </a:rPr>
              <a:t>The sales growth factor is </a:t>
            </a:r>
            <a:r>
              <a:rPr lang="en-GB" sz="1050" b="1" dirty="0">
                <a:solidFill>
                  <a:srgbClr val="1A1C1E"/>
                </a:solidFill>
                <a:effectLst/>
                <a:latin typeface="Google Sans Text"/>
              </a:rPr>
              <a:t>conceptually similar to the value factor </a:t>
            </a:r>
            <a:r>
              <a:rPr lang="en-GB" sz="1050" dirty="0">
                <a:solidFill>
                  <a:srgbClr val="1A1C1E"/>
                </a:solidFill>
                <a:effectLst/>
                <a:latin typeface="Google Sans Text"/>
              </a:rPr>
              <a:t>(HML), as both bet against "glamour" stocks and </a:t>
            </a:r>
            <a:r>
              <a:rPr lang="en-GB" sz="1050" dirty="0" err="1">
                <a:solidFill>
                  <a:srgbClr val="1A1C1E"/>
                </a:solidFill>
                <a:effectLst/>
                <a:latin typeface="Google Sans Text"/>
              </a:rPr>
              <a:t>favor</a:t>
            </a:r>
            <a:r>
              <a:rPr lang="en-GB" sz="1050" dirty="0">
                <a:solidFill>
                  <a:srgbClr val="1A1C1E"/>
                </a:solidFill>
                <a:effectLst/>
                <a:latin typeface="Google Sans Text"/>
              </a:rPr>
              <a:t> "cheap" or "neglected" stocks.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36">
                <a:extLst>
                  <a:ext uri="{FF2B5EF4-FFF2-40B4-BE49-F238E27FC236}">
                    <a16:creationId xmlns:a16="http://schemas.microsoft.com/office/drawing/2014/main" id="{22362C25-67BD-BFF1-4797-4C4E67493633}"/>
                  </a:ext>
                </a:extLst>
              </p:cNvPr>
              <p:cNvSpPr txBox="1"/>
              <p:nvPr/>
            </p:nvSpPr>
            <p:spPr>
              <a:xfrm>
                <a:off x="5583680" y="3741585"/>
                <a:ext cx="2338229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de-CH" sz="900" dirty="0">
                    <a:latin typeface="Google Sans Text"/>
                  </a:rPr>
                  <a:t>Mom </a:t>
                </a:r>
                <a14:m>
                  <m:oMath xmlns:m="http://schemas.openxmlformats.org/officeDocument/2006/math">
                    <m:r>
                      <a:rPr lang="de-CH" sz="9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9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𝑎𝑠𝑡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𝑤𝑖𝑛𝑛𝑒𝑟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𝑝𝑎𝑠𝑡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𝑙𝑜𝑠𝑒𝑟</m:t>
                    </m:r>
                  </m:oMath>
                </a14:m>
                <a:endParaRPr lang="de-CH" sz="900" dirty="0">
                  <a:latin typeface="Google Sans Text"/>
                </a:endParaRPr>
              </a:p>
            </p:txBody>
          </p:sp>
        </mc:Choice>
        <mc:Fallback xmlns="">
          <p:sp>
            <p:nvSpPr>
              <p:cNvPr id="53" name="Textfeld 36">
                <a:extLst>
                  <a:ext uri="{FF2B5EF4-FFF2-40B4-BE49-F238E27FC236}">
                    <a16:creationId xmlns:a16="http://schemas.microsoft.com/office/drawing/2014/main" id="{22362C25-67BD-BFF1-4797-4C4E67493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680" y="3741585"/>
                <a:ext cx="2338229" cy="138499"/>
              </a:xfrm>
              <a:prstGeom prst="rect">
                <a:avLst/>
              </a:prstGeom>
              <a:blipFill>
                <a:blip r:embed="rId6"/>
                <a:stretch>
                  <a:fillRect t="-27273" b="-5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36">
                <a:extLst>
                  <a:ext uri="{FF2B5EF4-FFF2-40B4-BE49-F238E27FC236}">
                    <a16:creationId xmlns:a16="http://schemas.microsoft.com/office/drawing/2014/main" id="{220F74C8-4A58-2DC6-6744-47393BC3D8E8}"/>
                  </a:ext>
                </a:extLst>
              </p:cNvPr>
              <p:cNvSpPr txBox="1"/>
              <p:nvPr/>
            </p:nvSpPr>
            <p:spPr>
              <a:xfrm>
                <a:off x="8701401" y="3741585"/>
                <a:ext cx="3079723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de-CH" sz="900">
                    <a:latin typeface="Google Sans Text"/>
                  </a:rPr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900" b="0" i="0" smtClean="0">
                        <a:latin typeface="Cambria Math" panose="02040503050406030204" pitchFamily="18" charset="0"/>
                      </a:rPr>
                      <m:t>ales</m:t>
                    </m:r>
                    <m:r>
                      <a:rPr lang="de-AT" sz="9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AT" sz="900" b="0" i="0" smtClean="0">
                        <a:latin typeface="Cambria Math" panose="02040503050406030204" pitchFamily="18" charset="0"/>
                      </a:rPr>
                      <m:t>gro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𝑤𝑡h</m:t>
                    </m:r>
                    <m:r>
                      <a:rPr lang="de-CH" sz="9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𝑙𝑜𝑤𝑒𝑠𝑡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𝑠𝑎𝑙𝑒𝑠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𝑔𝑟𝑜𝑤𝑡h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h𝑖𝑔h𝑒𝑠𝑡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𝑠𝑎𝑙𝑒𝑠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sz="900" b="0" i="1" smtClean="0">
                        <a:latin typeface="Cambria Math" panose="02040503050406030204" pitchFamily="18" charset="0"/>
                      </a:rPr>
                      <m:t>𝑔𝑟𝑜𝑤𝑡h</m:t>
                    </m:r>
                  </m:oMath>
                </a14:m>
                <a:endParaRPr lang="de-CH" sz="900">
                  <a:latin typeface="Google Sans Text"/>
                </a:endParaRPr>
              </a:p>
            </p:txBody>
          </p:sp>
        </mc:Choice>
        <mc:Fallback xmlns="">
          <p:sp>
            <p:nvSpPr>
              <p:cNvPr id="54" name="Textfeld 36">
                <a:extLst>
                  <a:ext uri="{FF2B5EF4-FFF2-40B4-BE49-F238E27FC236}">
                    <a16:creationId xmlns:a16="http://schemas.microsoft.com/office/drawing/2014/main" id="{FA08290F-4065-0B93-AF8C-894BB35F0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401" y="3741585"/>
                <a:ext cx="3079723" cy="138499"/>
              </a:xfrm>
              <a:prstGeom prst="rect">
                <a:avLst/>
              </a:prstGeom>
              <a:blipFill>
                <a:blip r:embed="rId7"/>
                <a:stretch>
                  <a:fillRect l="-1383" t="-27273" r="-1186" b="-5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7DF24368-6F07-E76A-9B9A-28FC3CC21A69}"/>
              </a:ext>
            </a:extLst>
          </p:cNvPr>
          <p:cNvSpPr/>
          <p:nvPr/>
        </p:nvSpPr>
        <p:spPr>
          <a:xfrm>
            <a:off x="1700314" y="1312322"/>
            <a:ext cx="3420000" cy="275276"/>
          </a:xfrm>
          <a:prstGeom prst="homePlate">
            <a:avLst/>
          </a:prstGeom>
          <a:solidFill>
            <a:srgbClr val="004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Google Sans Text"/>
              </a:rPr>
              <a:t>Quality minus Junk - profitability: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AB78DB68-D576-6665-A0BE-CEB13C7626EB}"/>
              </a:ext>
            </a:extLst>
          </p:cNvPr>
          <p:cNvSpPr/>
          <p:nvPr/>
        </p:nvSpPr>
        <p:spPr>
          <a:xfrm>
            <a:off x="5115788" y="1312322"/>
            <a:ext cx="3420000" cy="275276"/>
          </a:xfrm>
          <a:prstGeom prst="chevron">
            <a:avLst/>
          </a:prstGeom>
          <a:solidFill>
            <a:srgbClr val="B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Google Sans Text"/>
              </a:rPr>
              <a:t>Momentum (t-12 to t-1):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386A1B9E-4563-4C9F-80A0-24197F1BA14F}"/>
              </a:ext>
            </a:extLst>
          </p:cNvPr>
          <p:cNvSpPr/>
          <p:nvPr/>
        </p:nvSpPr>
        <p:spPr>
          <a:xfrm>
            <a:off x="8531262" y="1312322"/>
            <a:ext cx="3420000" cy="275276"/>
          </a:xfrm>
          <a:prstGeom prst="chevron">
            <a:avLst/>
          </a:prstGeom>
          <a:solidFill>
            <a:srgbClr val="F37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Google Sans Text"/>
              </a:rPr>
              <a:t>Sales growth (3 years):</a:t>
            </a:r>
          </a:p>
        </p:txBody>
      </p:sp>
    </p:spTree>
    <p:extLst>
      <p:ext uri="{BB962C8B-B14F-4D97-AF65-F5344CB8AC3E}">
        <p14:creationId xmlns:p14="http://schemas.microsoft.com/office/powerpoint/2010/main" val="64085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CFC0-DA7B-130A-3B2C-53C7C1B8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34C459E-0678-B659-73D8-AED6670D20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173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4C459E-0678-B659-73D8-AED6670D2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8A917A3-E52F-67DC-67D0-8BDFA06C01AF}"/>
              </a:ext>
            </a:extLst>
          </p:cNvPr>
          <p:cNvSpPr/>
          <p:nvPr/>
        </p:nvSpPr>
        <p:spPr>
          <a:xfrm>
            <a:off x="1503620" y="1313710"/>
            <a:ext cx="3996000" cy="1340157"/>
          </a:xfrm>
          <a:prstGeom prst="rect">
            <a:avLst/>
          </a:prstGeom>
          <a:solidFill>
            <a:srgbClr val="00489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6BD02-E4E3-4D60-D54D-37718F50CC0C}"/>
              </a:ext>
            </a:extLst>
          </p:cNvPr>
          <p:cNvSpPr/>
          <p:nvPr/>
        </p:nvSpPr>
        <p:spPr>
          <a:xfrm>
            <a:off x="1503620" y="2991220"/>
            <a:ext cx="3996000" cy="1088476"/>
          </a:xfrm>
          <a:prstGeom prst="rect">
            <a:avLst/>
          </a:prstGeom>
          <a:solidFill>
            <a:srgbClr val="F37021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99C92-51B2-CF59-DD47-6875E36EEFE9}"/>
              </a:ext>
            </a:extLst>
          </p:cNvPr>
          <p:cNvSpPr/>
          <p:nvPr/>
        </p:nvSpPr>
        <p:spPr>
          <a:xfrm>
            <a:off x="1503620" y="4434121"/>
            <a:ext cx="3996000" cy="2022510"/>
          </a:xfrm>
          <a:prstGeom prst="rect">
            <a:avLst/>
          </a:prstGeom>
          <a:solidFill>
            <a:srgbClr val="B22222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E0A715-B28C-4B21-F109-2CCCCF264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Factor interpretation.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81C28-E813-8058-0DA0-322A89155B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Factor interactions, conceptual relation and co-movements</a:t>
            </a:r>
          </a:p>
        </p:txBody>
      </p:sp>
      <p:pic>
        <p:nvPicPr>
          <p:cNvPr id="9" name="Grafik 8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3E5666B-3CB7-2A55-D8D1-99A73B5271C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85" y="929268"/>
            <a:ext cx="4680000" cy="2880000"/>
          </a:xfrm>
          <a:prstGeom prst="rect">
            <a:avLst/>
          </a:prstGeom>
        </p:spPr>
      </p:pic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9B33211F-3B53-3E0C-4DFD-FF9C12C74097}"/>
              </a:ext>
            </a:extLst>
          </p:cNvPr>
          <p:cNvCxnSpPr>
            <a:cxnSpLocks/>
          </p:cNvCxnSpPr>
          <p:nvPr/>
        </p:nvCxnSpPr>
        <p:spPr>
          <a:xfrm flipV="1">
            <a:off x="6274413" y="1111416"/>
            <a:ext cx="0" cy="53857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Diagramm, Text, Reihe enthält.&#10;&#10;KI-generierte Inhalte können fehlerhaft sein.">
            <a:extLst>
              <a:ext uri="{FF2B5EF4-FFF2-40B4-BE49-F238E27FC236}">
                <a16:creationId xmlns:a16="http://schemas.microsoft.com/office/drawing/2014/main" id="{7FA5C606-791D-0355-F3BF-59718290048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205" y="3769095"/>
            <a:ext cx="4680000" cy="2880000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F376DA8E-0443-14D0-E9BE-4EC884DE366A}"/>
              </a:ext>
            </a:extLst>
          </p:cNvPr>
          <p:cNvSpPr txBox="1"/>
          <p:nvPr/>
        </p:nvSpPr>
        <p:spPr>
          <a:xfrm>
            <a:off x="1552464" y="1022464"/>
            <a:ext cx="3828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4890"/>
                </a:solidFill>
                <a:latin typeface="Google Sans Text"/>
              </a:rPr>
              <a:t>QMJ: profitability and momentum</a:t>
            </a:r>
          </a:p>
        </p:txBody>
      </p:sp>
      <p:cxnSp>
        <p:nvCxnSpPr>
          <p:cNvPr id="14" name="Straight Connector 5">
            <a:extLst>
              <a:ext uri="{FF2B5EF4-FFF2-40B4-BE49-F238E27FC236}">
                <a16:creationId xmlns:a16="http://schemas.microsoft.com/office/drawing/2014/main" id="{5FF5B185-D263-7AB7-A5E5-C1A93C0B5B9F}"/>
              </a:ext>
            </a:extLst>
          </p:cNvPr>
          <p:cNvCxnSpPr>
            <a:cxnSpLocks/>
          </p:cNvCxnSpPr>
          <p:nvPr/>
        </p:nvCxnSpPr>
        <p:spPr>
          <a:xfrm>
            <a:off x="2116651" y="1274037"/>
            <a:ext cx="27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>
            <a:extLst>
              <a:ext uri="{FF2B5EF4-FFF2-40B4-BE49-F238E27FC236}">
                <a16:creationId xmlns:a16="http://schemas.microsoft.com/office/drawing/2014/main" id="{7F9B921A-5B89-E444-6F60-6AAB8941A80A}"/>
              </a:ext>
            </a:extLst>
          </p:cNvPr>
          <p:cNvSpPr txBox="1"/>
          <p:nvPr/>
        </p:nvSpPr>
        <p:spPr>
          <a:xfrm>
            <a:off x="292558" y="1252972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Conceptual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0EEF08BD-111C-30E1-91CC-895C9D01FB5F}"/>
              </a:ext>
            </a:extLst>
          </p:cNvPr>
          <p:cNvSpPr txBox="1"/>
          <p:nvPr/>
        </p:nvSpPr>
        <p:spPr>
          <a:xfrm>
            <a:off x="291738" y="1654547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Economic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C322570B-8B40-E07D-D0CA-30336C7B8D93}"/>
              </a:ext>
            </a:extLst>
          </p:cNvPr>
          <p:cNvSpPr txBox="1"/>
          <p:nvPr/>
        </p:nvSpPr>
        <p:spPr>
          <a:xfrm>
            <a:off x="1510476" y="1320584"/>
            <a:ext cx="3995997" cy="2772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spcAft>
                <a:spcPts val="1350"/>
              </a:spcAft>
            </a:pPr>
            <a:r>
              <a:rPr lang="en-GB" sz="1200" b="1" dirty="0">
                <a:solidFill>
                  <a:srgbClr val="1A1C1E"/>
                </a:solidFill>
                <a:latin typeface="Google Sans Text"/>
              </a:rPr>
              <a:t>Lowly correlated and often complementary in portfolios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DF0F7801-5AB2-8030-D66A-1DFD98C8CB65}"/>
              </a:ext>
            </a:extLst>
          </p:cNvPr>
          <p:cNvSpPr txBox="1"/>
          <p:nvPr/>
        </p:nvSpPr>
        <p:spPr>
          <a:xfrm>
            <a:off x="1510477" y="1654547"/>
            <a:ext cx="378955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A1C1E"/>
                </a:solidFill>
                <a:latin typeface="Google Sans Text"/>
              </a:rPr>
              <a:t>Interaction effects 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as factors exhibit momentum themselves (Arnott et al. (2018)). Ma et al. (2024) find that stocks with accelerating quality metrics tend to earn higher subsequent returns, which highlights a partially positive relation to momentum.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B95C8002-8562-4F46-0F57-2BAA3ADDDC29}"/>
              </a:ext>
            </a:extLst>
          </p:cNvPr>
          <p:cNvSpPr txBox="1"/>
          <p:nvPr/>
        </p:nvSpPr>
        <p:spPr>
          <a:xfrm>
            <a:off x="1552464" y="2653867"/>
            <a:ext cx="3828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37021"/>
                </a:solidFill>
                <a:latin typeface="Google Sans Text"/>
              </a:rPr>
              <a:t>QMJ: profitability and sales growth</a:t>
            </a:r>
          </a:p>
        </p:txBody>
      </p:sp>
      <p:cxnSp>
        <p:nvCxnSpPr>
          <p:cNvPr id="22" name="Straight Connector 5">
            <a:extLst>
              <a:ext uri="{FF2B5EF4-FFF2-40B4-BE49-F238E27FC236}">
                <a16:creationId xmlns:a16="http://schemas.microsoft.com/office/drawing/2014/main" id="{7136C4A8-AABB-FFDD-0B74-753F35646B2B}"/>
              </a:ext>
            </a:extLst>
          </p:cNvPr>
          <p:cNvCxnSpPr>
            <a:cxnSpLocks/>
          </p:cNvCxnSpPr>
          <p:nvPr/>
        </p:nvCxnSpPr>
        <p:spPr>
          <a:xfrm>
            <a:off x="2116651" y="2905440"/>
            <a:ext cx="27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13CAA5A-FE98-961D-86B0-9618AB705DAC}"/>
              </a:ext>
            </a:extLst>
          </p:cNvPr>
          <p:cNvSpPr txBox="1"/>
          <p:nvPr/>
        </p:nvSpPr>
        <p:spPr>
          <a:xfrm>
            <a:off x="291738" y="3014683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Conceptual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818F5916-304D-39D7-E83C-1DC3D5D98076}"/>
              </a:ext>
            </a:extLst>
          </p:cNvPr>
          <p:cNvSpPr txBox="1"/>
          <p:nvPr/>
        </p:nvSpPr>
        <p:spPr>
          <a:xfrm>
            <a:off x="291738" y="3434100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Economic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33C2FB2A-AD4C-7E54-1FFC-AF088610286E}"/>
              </a:ext>
            </a:extLst>
          </p:cNvPr>
          <p:cNvSpPr txBox="1"/>
          <p:nvPr/>
        </p:nvSpPr>
        <p:spPr>
          <a:xfrm>
            <a:off x="294442" y="4415709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Conceptual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7D115068-9C5F-B12A-A2A0-0EC1501E1D8C}"/>
              </a:ext>
            </a:extLst>
          </p:cNvPr>
          <p:cNvSpPr txBox="1"/>
          <p:nvPr/>
        </p:nvSpPr>
        <p:spPr>
          <a:xfrm>
            <a:off x="294442" y="5256302"/>
            <a:ext cx="218984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Economic</a:t>
            </a:r>
            <a:b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</a:b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Relation:</a:t>
            </a:r>
            <a:endParaRPr lang="en-US" sz="1050" b="1" i="1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5DEE5808-01CF-2FA6-1EE7-5673618539EE}"/>
              </a:ext>
            </a:extLst>
          </p:cNvPr>
          <p:cNvSpPr txBox="1"/>
          <p:nvPr/>
        </p:nvSpPr>
        <p:spPr>
          <a:xfrm>
            <a:off x="1510477" y="2987624"/>
            <a:ext cx="3965217" cy="4696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  <a:spcAft>
                <a:spcPts val="1350"/>
              </a:spcAft>
            </a:pPr>
            <a:r>
              <a:rPr lang="en-US" sz="1200" b="1" dirty="0">
                <a:solidFill>
                  <a:srgbClr val="1A1C1E"/>
                </a:solidFill>
                <a:latin typeface="Google Sans Text"/>
              </a:rPr>
              <a:t>Negative relationship 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between </a:t>
            </a:r>
            <a:r>
              <a:rPr lang="en-US" sz="1200" dirty="0" err="1">
                <a:solidFill>
                  <a:srgbClr val="1A1C1E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 and HML (</a:t>
            </a:r>
            <a:r>
              <a:rPr lang="en-US" sz="1200" dirty="0" err="1">
                <a:solidFill>
                  <a:srgbClr val="1A1C1E"/>
                </a:solidFill>
                <a:latin typeface="Google Sans Text"/>
              </a:rPr>
              <a:t>Asness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 et al. (2019)), which conceptually is closely related to sale.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D5A4478D-C7FB-95CD-306F-ED3F6BB63A25}"/>
              </a:ext>
            </a:extLst>
          </p:cNvPr>
          <p:cNvSpPr txBox="1"/>
          <p:nvPr/>
        </p:nvSpPr>
        <p:spPr>
          <a:xfrm>
            <a:off x="1510477" y="3434100"/>
            <a:ext cx="396521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A1C1E"/>
                </a:solidFill>
                <a:latin typeface="Google Sans Text"/>
              </a:rPr>
              <a:t>The QMJ: profitability factor is loading on the most profitable firms with high prices whilst sale is typically long cheap firms with little “glamour”.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A501DC46-131B-287B-8D31-94CD63257245}"/>
              </a:ext>
            </a:extLst>
          </p:cNvPr>
          <p:cNvSpPr txBox="1"/>
          <p:nvPr/>
        </p:nvSpPr>
        <p:spPr>
          <a:xfrm>
            <a:off x="1552464" y="4121760"/>
            <a:ext cx="3828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B22222"/>
                </a:solidFill>
                <a:latin typeface="Google Sans Text"/>
              </a:rPr>
              <a:t>Momentum and Sales growth</a:t>
            </a:r>
          </a:p>
        </p:txBody>
      </p:sp>
      <p:cxnSp>
        <p:nvCxnSpPr>
          <p:cNvPr id="32" name="Straight Connector 5">
            <a:extLst>
              <a:ext uri="{FF2B5EF4-FFF2-40B4-BE49-F238E27FC236}">
                <a16:creationId xmlns:a16="http://schemas.microsoft.com/office/drawing/2014/main" id="{1549042D-B905-E0AB-49E2-1074D981A847}"/>
              </a:ext>
            </a:extLst>
          </p:cNvPr>
          <p:cNvCxnSpPr>
            <a:cxnSpLocks/>
          </p:cNvCxnSpPr>
          <p:nvPr/>
        </p:nvCxnSpPr>
        <p:spPr>
          <a:xfrm>
            <a:off x="2116651" y="4361586"/>
            <a:ext cx="27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">
            <a:extLst>
              <a:ext uri="{FF2B5EF4-FFF2-40B4-BE49-F238E27FC236}">
                <a16:creationId xmlns:a16="http://schemas.microsoft.com/office/drawing/2014/main" id="{5E48C7EC-D081-F2ED-B131-86DC3EDF13AB}"/>
              </a:ext>
            </a:extLst>
          </p:cNvPr>
          <p:cNvSpPr txBox="1"/>
          <p:nvPr/>
        </p:nvSpPr>
        <p:spPr>
          <a:xfrm>
            <a:off x="1510477" y="5256302"/>
            <a:ext cx="401902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A1C1E"/>
                </a:solidFill>
                <a:latin typeface="Google Sans Text"/>
              </a:rPr>
              <a:t>Empirical finding support the conceptual claim. Yet,</a:t>
            </a:r>
            <a:r>
              <a:rPr lang="en-US" sz="1200" b="0" i="0" dirty="0">
                <a:solidFill>
                  <a:srgbClr val="1A1C1E"/>
                </a:solidFill>
                <a:effectLst/>
                <a:latin typeface="Google Sans Text"/>
              </a:rPr>
              <a:t> their </a:t>
            </a:r>
            <a:r>
              <a:rPr lang="en-US" sz="1200" b="1" i="0" dirty="0">
                <a:solidFill>
                  <a:srgbClr val="1A1C1E"/>
                </a:solidFill>
                <a:effectLst/>
                <a:latin typeface="Google Sans Text"/>
              </a:rPr>
              <a:t>correlation structure </a:t>
            </a:r>
            <a:r>
              <a:rPr lang="en-US" sz="1200" b="0" i="0" dirty="0">
                <a:solidFill>
                  <a:srgbClr val="1A1C1E"/>
                </a:solidFill>
                <a:effectLst/>
                <a:latin typeface="Google Sans Text"/>
              </a:rPr>
              <a:t>is prone to sudden </a:t>
            </a:r>
            <a:r>
              <a:rPr lang="en-US" sz="1200" b="1" i="0" dirty="0">
                <a:solidFill>
                  <a:srgbClr val="1A1C1E"/>
                </a:solidFill>
                <a:effectLst/>
                <a:latin typeface="Google Sans Text"/>
              </a:rPr>
              <a:t>changes</a:t>
            </a:r>
            <a:r>
              <a:rPr lang="en-US" sz="1200" b="0" i="0" dirty="0">
                <a:solidFill>
                  <a:srgbClr val="1A1C1E"/>
                </a:solidFill>
                <a:effectLst/>
                <a:latin typeface="Google Sans Text"/>
              </a:rPr>
              <a:t>. Economically, both momentum and sales growth factors tend to underperform during market recoveries—momentum due to reversals, and sales growth because its value-like tilt proves ineffective when markets rebound sharply from troughs. 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35" name="Arrow: Chevron 23">
            <a:extLst>
              <a:ext uri="{FF2B5EF4-FFF2-40B4-BE49-F238E27FC236}">
                <a16:creationId xmlns:a16="http://schemas.microsoft.com/office/drawing/2014/main" id="{4801E642-5B32-069E-11A2-8712ACBBFF86}"/>
              </a:ext>
            </a:extLst>
          </p:cNvPr>
          <p:cNvSpPr/>
          <p:nvPr/>
        </p:nvSpPr>
        <p:spPr>
          <a:xfrm rot="10800000">
            <a:off x="5889288" y="3484326"/>
            <a:ext cx="178124" cy="548640"/>
          </a:xfrm>
          <a:prstGeom prst="chevron">
            <a:avLst>
              <a:gd name="adj" fmla="val 671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6" name="TextBox 3">
            <a:extLst>
              <a:ext uri="{FF2B5EF4-FFF2-40B4-BE49-F238E27FC236}">
                <a16:creationId xmlns:a16="http://schemas.microsoft.com/office/drawing/2014/main" id="{31F564A1-BA4C-BD44-E00E-831E86014507}"/>
              </a:ext>
            </a:extLst>
          </p:cNvPr>
          <p:cNvSpPr txBox="1"/>
          <p:nvPr/>
        </p:nvSpPr>
        <p:spPr>
          <a:xfrm>
            <a:off x="1510477" y="4415709"/>
            <a:ext cx="396521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350"/>
              </a:spcAft>
            </a:pPr>
            <a:r>
              <a:rPr lang="en-US" sz="1200" b="1" dirty="0">
                <a:solidFill>
                  <a:srgbClr val="1A1C1E"/>
                </a:solidFill>
                <a:latin typeface="Google Sans Text"/>
              </a:rPr>
              <a:t>Contrarian co-movements 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(</a:t>
            </a:r>
            <a:r>
              <a:rPr lang="en-US" sz="1200" dirty="0" err="1">
                <a:solidFill>
                  <a:srgbClr val="1A1C1E"/>
                </a:solidFill>
                <a:latin typeface="Google Sans Text"/>
              </a:rPr>
              <a:t>Asness</a:t>
            </a:r>
            <a:r>
              <a:rPr lang="en-US" sz="1200" dirty="0">
                <a:solidFill>
                  <a:srgbClr val="1A1C1E"/>
                </a:solidFill>
                <a:latin typeface="Google Sans Text"/>
              </a:rPr>
              <a:t> et al. (2013)) as sales growth is long on low sales-growth stocks, which is similar to a value strategy whilst momentum favors recent winners, which can contribute to a high exposure to growth stocks.</a:t>
            </a:r>
            <a:endParaRPr lang="en-US" sz="1200" dirty="0">
              <a:solidFill>
                <a:srgbClr val="1A1C1E"/>
              </a:solidFill>
              <a:effectLst/>
              <a:latin typeface="Google Sans Text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8EDAD833-EB86-BC1C-B850-CB6208C13C60}"/>
              </a:ext>
            </a:extLst>
          </p:cNvPr>
          <p:cNvSpPr/>
          <p:nvPr/>
        </p:nvSpPr>
        <p:spPr>
          <a:xfrm>
            <a:off x="1503620" y="1038616"/>
            <a:ext cx="4140000" cy="275276"/>
          </a:xfrm>
          <a:prstGeom prst="homePlate">
            <a:avLst/>
          </a:prstGeom>
          <a:solidFill>
            <a:srgbClr val="004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  <a:latin typeface="Google Sans Text"/>
              </a:rPr>
              <a:t>QMJ: profitability and momentum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78B1B38-EF53-3A70-6A51-019D9A1A490E}"/>
              </a:ext>
            </a:extLst>
          </p:cNvPr>
          <p:cNvSpPr/>
          <p:nvPr/>
        </p:nvSpPr>
        <p:spPr>
          <a:xfrm>
            <a:off x="1503620" y="2714605"/>
            <a:ext cx="4140000" cy="275276"/>
          </a:xfrm>
          <a:prstGeom prst="homePlate">
            <a:avLst/>
          </a:prstGeom>
          <a:solidFill>
            <a:srgbClr val="F37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Google Sans Text"/>
              </a:rPr>
              <a:t>QMJ: profitability and sales growth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148E5763-1299-F9B9-FDC0-302092D0860A}"/>
              </a:ext>
            </a:extLst>
          </p:cNvPr>
          <p:cNvSpPr/>
          <p:nvPr/>
        </p:nvSpPr>
        <p:spPr>
          <a:xfrm>
            <a:off x="1503620" y="4154939"/>
            <a:ext cx="4140000" cy="275276"/>
          </a:xfrm>
          <a:prstGeom prst="homePlate">
            <a:avLst/>
          </a:prstGeom>
          <a:solidFill>
            <a:srgbClr val="B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Google Sans Text"/>
              </a:rPr>
              <a:t>Momentum and Sales growth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DD79C8-4508-1BB7-AC9B-718C82C1EB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8252" y="846814"/>
            <a:ext cx="4386404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ysClr val="windowText" lastClr="000000"/>
                </a:solidFill>
              </a:rPr>
              <a:t>Rolling Correlation across factors (5-year window)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953811-DC69-0164-59A5-9EEDBE07C8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6055371" y="2012949"/>
            <a:ext cx="1278794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Correlation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425929-AA19-DAA8-AF97-CD5483E13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6052332" y="4820214"/>
            <a:ext cx="1278794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Correlation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576636-5A8A-C26E-4CD7-58E07CD99E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67175" y="3172739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1981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5524A9-F919-C129-057C-FDBAEE97D7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48763" y="3172739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1991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1C22F5-9604-EF74-C6F2-5177EF4FEB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70261" y="3169484"/>
            <a:ext cx="58293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2001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60AEF4-5FEC-1E87-693C-55CFBED8F6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6838" y="3172739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2011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C2715E-B712-B506-2EF9-87391FF418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48949" y="3172739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2021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435AAD-24F0-DDDF-38EC-9D96D8C630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90954" y="3362254"/>
            <a:ext cx="1388376" cy="295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Date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5FBBAF-8E75-67BC-E4C0-CB6BEEEA49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70985" y="6020851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1981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C017C4-0EFA-7CA3-DA09-719743D8B9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2573" y="6020851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1991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695F70-6B16-739B-B5DF-DE1735E90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74071" y="6017596"/>
            <a:ext cx="582930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2001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38C23E-F1AA-F505-90D3-409A77278C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0648" y="6020851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2011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2A2782-DEBF-07C2-1569-FFAC85050C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752759" y="6020851"/>
            <a:ext cx="417851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800" dirty="0">
                <a:solidFill>
                  <a:sysClr val="windowText" lastClr="000000"/>
                </a:solidFill>
              </a:rPr>
              <a:t>2021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E4CE4B-99C1-D0DF-1CA8-0DB9B28099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24072" y="6210366"/>
            <a:ext cx="2128638" cy="295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ysClr val="windowText" lastClr="000000"/>
                </a:solidFill>
              </a:rPr>
              <a:t>Date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8030EB-5D13-1446-5576-ED93B26508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3053914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-0.8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0CD37B-C0AA-9C97-6EAC-EEDCDBDC1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2558447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-0.4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1CE235-480E-4D6F-4A96-1582428111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2062981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0.0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B6075B-43A1-76BB-EB3E-D92DB97AC2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1567515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0.4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98E18B-FAF3-2EA8-7D25-6E1ECED75F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5808555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-0.6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3059AF-E7E5-FC35-77BB-D886BBA48A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5335593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-0.3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FF6130-BF83-3C10-C914-17F429A311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4873502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0.0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001A16-ED54-57CC-815F-63B31E68DA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8" y="4409593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0.3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012F61-AA82-333C-2DCA-C328399831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66857" y="3943240"/>
            <a:ext cx="223521" cy="111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GB" sz="800" dirty="0">
                <a:solidFill>
                  <a:sysClr val="windowText" lastClr="000000"/>
                </a:solidFill>
              </a:rPr>
              <a:t>0.6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72658F-56ED-48A1-680E-04B263CCAC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58251" y="3676550"/>
            <a:ext cx="4436134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>
                <a:solidFill>
                  <a:sysClr val="windowText" lastClr="000000"/>
                </a:solidFill>
              </a:rPr>
              <a:t>Rolling Correlation with S&amp;P 500 (5-year window)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DEC5AC0-0C23-66FC-149D-008865987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70785" y="6409116"/>
            <a:ext cx="1475423" cy="22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solidFill>
                  <a:sysClr val="windowText" lastClr="000000"/>
                </a:solidFill>
              </a:rPr>
              <a:t>Note: Grey bars mark US Recessions (NBER definition)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D2678C-8800-5DF7-FAEA-E71C85AB54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92051" y="3708292"/>
            <a:ext cx="843540" cy="119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solidFill>
                  <a:sysClr val="windowText" lastClr="000000"/>
                </a:solidFill>
              </a:rPr>
              <a:t> 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A04BBC6-A9BD-4137-1323-30533F3DC9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079" y="3435259"/>
            <a:ext cx="2073975" cy="15887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85796DA-0704-A77A-AF41-5E1364D7A4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079" y="6471871"/>
            <a:ext cx="2917508" cy="1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0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D735-8C1B-86D9-399B-A4355635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1BD4DC7-A2C7-3C2F-9216-E18DC76584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167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BD4DC7-A2C7-3C2F-9216-E18DC76584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78A756D-3A72-3AE1-5302-7C2B718824F2}"/>
              </a:ext>
            </a:extLst>
          </p:cNvPr>
          <p:cNvSpPr/>
          <p:nvPr/>
        </p:nvSpPr>
        <p:spPr>
          <a:xfrm>
            <a:off x="0" y="891243"/>
            <a:ext cx="12192000" cy="55400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A9ACF-24A4-8CDE-96B8-979F44666ADE}"/>
              </a:ext>
            </a:extLst>
          </p:cNvPr>
          <p:cNvSpPr txBox="1"/>
          <p:nvPr/>
        </p:nvSpPr>
        <p:spPr>
          <a:xfrm>
            <a:off x="6393588" y="891242"/>
            <a:ext cx="5481337" cy="30008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37021"/>
                </a:solidFill>
                <a:effectLst/>
                <a:uLnTx/>
                <a:uFillTx/>
                <a:latin typeface="Google Sans Text"/>
              </a:rPr>
              <a:t>Momentum (mom)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delivered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highest geometric return (5.93%)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but also exhibited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highest volatility (12.65%)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and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largest max. drawdown (-55.44%)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among the three. Its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negative skewness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(-1.22) also points to a propensity for larger negative surprises.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The higher likelihood of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severe crashes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compared to the other factors is a key characteristic for the momentum factor (Daniel and Moskowitz (2016)).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4890"/>
                </a:solidFill>
                <a:effectLst/>
                <a:uLnTx/>
                <a:uFillTx/>
                <a:latin typeface="Google Sans Text"/>
              </a:rPr>
              <a:t>Quality-minus-Junk Profitability 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890"/>
                </a:solidFill>
                <a:effectLst/>
                <a:uLnTx/>
                <a:uFillTx/>
                <a:latin typeface="Google Sans Text"/>
              </a:rPr>
              <a:t>qmj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4890"/>
                </a:solidFill>
                <a:effectLst/>
                <a:uLnTx/>
                <a:uFillTx/>
                <a:latin typeface="Google Sans Text"/>
              </a:rPr>
              <a:t>)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achieved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 geometric return of 4.45%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with substantially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lower volatility (6.51%) than mom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, resulting in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highest Sharpe Ratio (0.68)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of the three factors. Its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max. drawdown (-25.24%)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was also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most contained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22222"/>
                </a:solidFill>
                <a:effectLst/>
                <a:uLnTx/>
                <a:uFillTx/>
                <a:latin typeface="Google Sans Text"/>
              </a:rPr>
              <a:t>Sales Growth (sale)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offered the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lowest geometric return (1.55%) and Sharpe Ratio (0.19)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.</a:t>
            </a:r>
            <a:endParaRPr lang="en-US" sz="1200" dirty="0">
              <a:solidFill>
                <a:prstClr val="black"/>
              </a:solidFill>
              <a:latin typeface="Google Sans Text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Within the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period from 1967 to 2024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all three factors imply a relatively high autocorrelation (lag 1) ranging from 0.09 to 0.17.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ogle Sans Tex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AD14-8948-B0EC-01EF-471ECEFA84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Key-risk return characteristics and rolling-window analysis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5F2545-E306-293E-0679-711E3C6F9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Historic Performance and Risk Analysis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FED563E-6796-129F-83B0-AECD1422B673}"/>
              </a:ext>
            </a:extLst>
          </p:cNvPr>
          <p:cNvSpPr txBox="1"/>
          <p:nvPr/>
        </p:nvSpPr>
        <p:spPr>
          <a:xfrm>
            <a:off x="460524" y="4373722"/>
            <a:ext cx="5933063" cy="20774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oogle Sans Text"/>
              </a:rPr>
              <a:t>Time-variability of factor returns: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The rolling geom. return and Sharpe-Ratio both show signs of time-variability in the factor returns.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The returns of </a:t>
            </a:r>
            <a:r>
              <a:rPr lang="en-US" sz="1200" b="1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 and mom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seem to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spike during periods of broad market downturns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(1970s, dot-com bubble and GFC 2008). Even though </a:t>
            </a: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and mom performed well during the GFC, they were subsequently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not able to benefit from the broad market recovery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. All factors show a decay of factor returns after the GFC.</a:t>
            </a:r>
            <a:endParaRPr lang="en-US" sz="1200" b="1" dirty="0">
              <a:solidFill>
                <a:prstClr val="black"/>
              </a:solidFill>
              <a:latin typeface="Google Sans Text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Google Sans Text"/>
              </a:rPr>
              <a:t>Volatility clustering: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Common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spikes in volatility persist across all three factors during market crises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, though the </a:t>
            </a: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magnitude and persistence differ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considerably, ranging from rather low volatility of the </a:t>
            </a: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factor to the momentum crashes of the mom factor.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84C2C09-3AA9-5F06-FEAA-130D199B2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389635"/>
              </p:ext>
            </p:extLst>
          </p:nvPr>
        </p:nvGraphicFramePr>
        <p:xfrm>
          <a:off x="6505414" y="3963060"/>
          <a:ext cx="5369511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644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602166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705409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767073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  <a:gridCol w="767073">
                  <a:extLst>
                    <a:ext uri="{9D8B030D-6E8A-4147-A177-3AD203B41FA5}">
                      <a16:colId xmlns:a16="http://schemas.microsoft.com/office/drawing/2014/main" val="3188093105"/>
                    </a:ext>
                  </a:extLst>
                </a:gridCol>
                <a:gridCol w="767073">
                  <a:extLst>
                    <a:ext uri="{9D8B030D-6E8A-4147-A177-3AD203B41FA5}">
                      <a16:colId xmlns:a16="http://schemas.microsoft.com/office/drawing/2014/main" val="1677428387"/>
                    </a:ext>
                  </a:extLst>
                </a:gridCol>
                <a:gridCol w="767073">
                  <a:extLst>
                    <a:ext uri="{9D8B030D-6E8A-4147-A177-3AD203B41FA5}">
                      <a16:colId xmlns:a16="http://schemas.microsoft.com/office/drawing/2014/main" val="366967805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 err="1">
                          <a:solidFill>
                            <a:schemeClr val="tx1"/>
                          </a:solidFill>
                        </a:rPr>
                        <a:t>qmj</a:t>
                      </a: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mom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sale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SPX</a:t>
                      </a:r>
                      <a:br>
                        <a:rPr lang="en-GB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excess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TBIL3M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solidFill>
                            <a:schemeClr val="tx1"/>
                          </a:solidFill>
                        </a:rPr>
                        <a:t>TBOND10Y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Geometric Return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/>
                        <a:t>4.45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/>
                        <a:t>4.52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/>
                        <a:t>6.05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  <a:alpha val="5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Volatility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effectLst/>
                        </a:rPr>
                        <a:t>6.51</a:t>
                      </a:r>
                      <a:endParaRPr lang="en-GB" sz="10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>
                          <a:effectLst/>
                        </a:rPr>
                        <a:t>12.65</a:t>
                      </a:r>
                      <a:endParaRPr lang="en-GB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effectLst/>
                        </a:rPr>
                        <a:t>7.99</a:t>
                      </a:r>
                      <a:endParaRPr lang="en-GB" sz="10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effectLst/>
                        </a:rPr>
                        <a:t>16.85</a:t>
                      </a:r>
                      <a:endParaRPr lang="en-GB" sz="10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/>
                        <a:t>0.2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dirty="0"/>
                        <a:t>0.19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35209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Sharpe Ratio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0.68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0.47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0.19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0.3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163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Information Ratio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0.01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>
                          <a:effectLst/>
                        </a:rPr>
                        <a:t>0.1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-0.1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-0.36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0267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Max. DD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-25.24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-55.44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>
                          <a:effectLst/>
                        </a:rPr>
                        <a:t>-38.40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-59.96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9098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Skewness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-0.33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-1.22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-0.22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dirty="0">
                          <a:effectLst/>
                        </a:rPr>
                        <a:t>-0.6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0543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50890"/>
                  </a:ext>
                </a:extLst>
              </a:tr>
            </a:tbl>
          </a:graphicData>
        </a:graphic>
      </p:graphicFrame>
      <p:pic>
        <p:nvPicPr>
          <p:cNvPr id="8" name="Grafik 7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A9C7A89C-D51A-C5BA-AA06-2F2A8F10E84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891242"/>
            <a:ext cx="5839200" cy="350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82B1-FA22-3F8B-EC67-808784578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F58DBEEC-69AA-02A6-FAE3-684D9E960A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7065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3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DBEEC-69AA-02A6-FAE3-684D9E960A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52E638F-FFFC-D04D-1E4B-7F7115C29592}"/>
              </a:ext>
            </a:extLst>
          </p:cNvPr>
          <p:cNvSpPr/>
          <p:nvPr/>
        </p:nvSpPr>
        <p:spPr>
          <a:xfrm>
            <a:off x="276934" y="3098800"/>
            <a:ext cx="3778704" cy="3415132"/>
          </a:xfrm>
          <a:prstGeom prst="rect">
            <a:avLst/>
          </a:prstGeom>
          <a:gradFill flip="none" rotWithShape="1">
            <a:gsLst>
              <a:gs pos="0">
                <a:srgbClr val="004890">
                  <a:alpha val="30000"/>
                </a:srgbClr>
              </a:gs>
              <a:gs pos="50000">
                <a:srgbClr val="004890">
                  <a:alpha val="20000"/>
                </a:srgbClr>
              </a:gs>
              <a:gs pos="100000">
                <a:srgbClr val="004890">
                  <a:alpha val="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4EE458-BC19-68CB-2031-EA3EEC2FB023}"/>
              </a:ext>
            </a:extLst>
          </p:cNvPr>
          <p:cNvSpPr/>
          <p:nvPr/>
        </p:nvSpPr>
        <p:spPr>
          <a:xfrm>
            <a:off x="7946661" y="3098799"/>
            <a:ext cx="3902766" cy="3415134"/>
          </a:xfrm>
          <a:prstGeom prst="rect">
            <a:avLst/>
          </a:prstGeom>
          <a:gradFill flip="none" rotWithShape="1">
            <a:gsLst>
              <a:gs pos="0">
                <a:srgbClr val="B22222">
                  <a:alpha val="30000"/>
                </a:srgbClr>
              </a:gs>
              <a:gs pos="50000">
                <a:srgbClr val="B22222">
                  <a:alpha val="20000"/>
                </a:srgbClr>
              </a:gs>
              <a:gs pos="100000">
                <a:srgbClr val="B22222">
                  <a:alpha val="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B0621C-8D05-EB02-1D4C-A05F0BD01229}"/>
              </a:ext>
            </a:extLst>
          </p:cNvPr>
          <p:cNvSpPr/>
          <p:nvPr/>
        </p:nvSpPr>
        <p:spPr>
          <a:xfrm>
            <a:off x="4077141" y="3098799"/>
            <a:ext cx="3862748" cy="3415133"/>
          </a:xfrm>
          <a:prstGeom prst="rect">
            <a:avLst/>
          </a:prstGeom>
          <a:gradFill flip="none" rotWithShape="1">
            <a:gsLst>
              <a:gs pos="0">
                <a:srgbClr val="F37021">
                  <a:alpha val="30000"/>
                </a:srgbClr>
              </a:gs>
              <a:gs pos="50000">
                <a:srgbClr val="F37021">
                  <a:alpha val="20000"/>
                </a:srgbClr>
              </a:gs>
              <a:gs pos="100000">
                <a:srgbClr val="F37021">
                  <a:alpha val="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fik 2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43A979B-3CC6-76CE-7CB1-60263BA1341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766" y="1040400"/>
            <a:ext cx="3600000" cy="1890000"/>
          </a:xfrm>
          <a:prstGeom prst="rect">
            <a:avLst/>
          </a:prstGeom>
        </p:spPr>
      </p:pic>
      <p:pic>
        <p:nvPicPr>
          <p:cNvPr id="21" name="Grafik 2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A7A977F-E216-A23E-F77B-5380ADAF2CE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030" y="1040400"/>
            <a:ext cx="3600000" cy="1890000"/>
          </a:xfrm>
          <a:prstGeom prst="rect">
            <a:avLst/>
          </a:prstGeom>
        </p:spPr>
      </p:pic>
      <p:pic>
        <p:nvPicPr>
          <p:cNvPr id="19" name="Grafik 1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E37E5AD1-3A52-950C-76EC-A626D9D972E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64" y="1040400"/>
            <a:ext cx="3600000" cy="189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DFF4-E99D-0D7B-00FD-DC7BB2A0A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Historical performance prior/post publication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F4ACEB-01C3-B2C7-48CF-63C456CF8B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Historic Performance and Risk Analysis.</a:t>
            </a: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364AC361-81E6-BA5E-978B-A9278C187717}"/>
              </a:ext>
            </a:extLst>
          </p:cNvPr>
          <p:cNvSpPr txBox="1"/>
          <p:nvPr/>
        </p:nvSpPr>
        <p:spPr>
          <a:xfrm>
            <a:off x="356196" y="3178207"/>
            <a:ext cx="3708000" cy="12311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004890"/>
                </a:solidFill>
                <a:latin typeface="Google Sans Text"/>
              </a:rPr>
              <a:t>Quality-minus-Junk Profitability:</a:t>
            </a:r>
          </a:p>
          <a:p>
            <a:pPr algn="just"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Prior to publication the </a:t>
            </a: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factor showed a </a:t>
            </a:r>
            <a:br>
              <a:rPr lang="en-US" sz="1200" dirty="0">
                <a:solidFill>
                  <a:prstClr val="black"/>
                </a:solidFill>
                <a:latin typeface="Google Sans Text"/>
              </a:rPr>
            </a:br>
            <a:r>
              <a:rPr lang="en-US" sz="1200" dirty="0">
                <a:solidFill>
                  <a:prstClr val="black"/>
                </a:solidFill>
                <a:latin typeface="Google Sans Text"/>
              </a:rPr>
              <a:t>2% higher geometric return than post publication. The risk profile worsened post publication as well with the skewness decreasing by 0.8.</a:t>
            </a:r>
          </a:p>
          <a:p>
            <a:pPr>
              <a:defRPr/>
            </a:pPr>
            <a:endParaRPr lang="en-US" sz="1200" dirty="0">
              <a:solidFill>
                <a:prstClr val="black"/>
              </a:solidFill>
              <a:latin typeface="Google Sans Text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75F418BE-AB87-91BB-E59B-FB433D499790}"/>
              </a:ext>
            </a:extLst>
          </p:cNvPr>
          <p:cNvSpPr txBox="1"/>
          <p:nvPr/>
        </p:nvSpPr>
        <p:spPr>
          <a:xfrm>
            <a:off x="4103211" y="3178207"/>
            <a:ext cx="3708000" cy="141577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rgbClr val="F37021"/>
                </a:solidFill>
                <a:latin typeface="Google Sans Text"/>
              </a:rPr>
              <a:t>Momentum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37021"/>
                </a:solidFill>
                <a:effectLst/>
                <a:uLnTx/>
                <a:uFillTx/>
                <a:latin typeface="Google Sans Text"/>
              </a:rPr>
              <a:t>:</a:t>
            </a:r>
          </a:p>
          <a:p>
            <a:pPr algn="just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Among all factors, the mom factor’s geometric return decreased the most after publication (-4.37%). The volatility more than doubled whilst the max. 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drawdown worsened from -24.00% to -55.44%. The 1</a:t>
            </a:r>
            <a:r>
              <a:rPr lang="en-US" sz="1200" baseline="30000" dirty="0">
                <a:solidFill>
                  <a:prstClr val="black"/>
                </a:solidFill>
                <a:latin typeface="Google Sans Text"/>
              </a:rPr>
              <a:t>st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autocorrelation decayed from 0.37 to 0.14, suggesting less predictability.</a:t>
            </a: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ABD22778-D527-84EE-7F0E-A0FBB1C2E430}"/>
              </a:ext>
            </a:extLst>
          </p:cNvPr>
          <p:cNvSpPr txBox="1"/>
          <p:nvPr/>
        </p:nvSpPr>
        <p:spPr>
          <a:xfrm>
            <a:off x="8141427" y="3174302"/>
            <a:ext cx="3708000" cy="12311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1400" b="1" dirty="0">
                <a:solidFill>
                  <a:srgbClr val="B22222"/>
                </a:solidFill>
                <a:latin typeface="Google Sans Text"/>
              </a:rPr>
              <a:t>Sales Growth 3 Years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22222"/>
                </a:solidFill>
                <a:effectLst/>
                <a:uLnTx/>
                <a:uFillTx/>
                <a:latin typeface="Google Sans Text"/>
              </a:rPr>
              <a:t>: </a:t>
            </a:r>
          </a:p>
          <a:p>
            <a:pPr algn="just"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Post publication, the sales factor records little to no performance anymore (0.42% p.a.). Additionally, the Sharpe Ratio decreased from 0.55 to 0.04. The autocorrelation numbers also imply a drastic decrease in factor return predictability.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D6A58C0-5FB7-82CE-295B-4D9E4ABBBDCB}"/>
              </a:ext>
            </a:extLst>
          </p:cNvPr>
          <p:cNvCxnSpPr>
            <a:cxnSpLocks/>
          </p:cNvCxnSpPr>
          <p:nvPr/>
        </p:nvCxnSpPr>
        <p:spPr>
          <a:xfrm>
            <a:off x="4066389" y="1039459"/>
            <a:ext cx="0" cy="5474474"/>
          </a:xfrm>
          <a:prstGeom prst="line">
            <a:avLst/>
          </a:prstGeom>
          <a:ln w="19050">
            <a:solidFill>
              <a:schemeClr val="accent6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01626E6-3BE6-AC3F-26EE-453D10625212}"/>
              </a:ext>
            </a:extLst>
          </p:cNvPr>
          <p:cNvCxnSpPr/>
          <p:nvPr/>
        </p:nvCxnSpPr>
        <p:spPr>
          <a:xfrm>
            <a:off x="7948855" y="1039459"/>
            <a:ext cx="0" cy="5670000"/>
          </a:xfrm>
          <a:prstGeom prst="line">
            <a:avLst/>
          </a:prstGeom>
          <a:ln w="19050">
            <a:solidFill>
              <a:schemeClr val="accent6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BA39903A-C0A2-BFF6-2465-4BE411A05EAA}"/>
              </a:ext>
            </a:extLst>
          </p:cNvPr>
          <p:cNvSpPr txBox="1"/>
          <p:nvPr/>
        </p:nvSpPr>
        <p:spPr>
          <a:xfrm>
            <a:off x="4133727" y="4563202"/>
            <a:ext cx="370800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F37021"/>
                </a:solidFill>
                <a:latin typeface="Google Sans Text"/>
              </a:rPr>
              <a:t>Relation to literature: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Factor crowding after publication.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Momentum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as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a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persistant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risk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-premium, but also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times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other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factors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(Randl et al. (2023)),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prstClr val="black"/>
                </a:solidFill>
                <a:latin typeface="Google Sans Text"/>
              </a:rPr>
              <a:t>Momentum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crashes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(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Ehsani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&amp;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Linnainmaa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(2022))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dominated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the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factor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performance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 since 2007: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prstClr val="black"/>
                </a:solidFill>
                <a:latin typeface="Google Sans Text"/>
              </a:rPr>
              <a:t>GFC -55.44%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drawdown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prstClr val="black"/>
                </a:solidFill>
                <a:latin typeface="Google Sans Text"/>
              </a:rPr>
              <a:t>2017 -23.33%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drawdown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sz="1200" dirty="0">
                <a:solidFill>
                  <a:prstClr val="black"/>
                </a:solidFill>
                <a:latin typeface="Google Sans Text"/>
              </a:rPr>
              <a:t>2020 -22.86%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drawdown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</a:rPr>
              <a:t>2022 -21.56%  </a:t>
            </a:r>
            <a:r>
              <a:rPr lang="de-DE" sz="1200" dirty="0" err="1">
                <a:solidFill>
                  <a:prstClr val="black"/>
                </a:solidFill>
                <a:latin typeface="Google Sans Text"/>
              </a:rPr>
              <a:t>drawdown</a:t>
            </a:r>
            <a:r>
              <a:rPr lang="de-DE" sz="1200" dirty="0">
                <a:solidFill>
                  <a:prstClr val="black"/>
                </a:solidFill>
                <a:latin typeface="Google Sans Text"/>
              </a:rPr>
              <a:t>.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D39F6C1-7A22-5EF1-9C41-1960E185C49A}"/>
              </a:ext>
            </a:extLst>
          </p:cNvPr>
          <p:cNvSpPr txBox="1"/>
          <p:nvPr/>
        </p:nvSpPr>
        <p:spPr>
          <a:xfrm>
            <a:off x="390492" y="4569072"/>
            <a:ext cx="370800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004890"/>
                </a:solidFill>
                <a:latin typeface="Google Sans Text"/>
              </a:rPr>
              <a:t>Relation to literature: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Factor crowding after publication.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Among others, Feng et al. (2020) find persistency in the factor.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prstClr val="black"/>
                </a:solidFill>
                <a:latin typeface="Google Sans Text"/>
              </a:rPr>
              <a:t>Time-variability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of the </a:t>
            </a: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-risk premium, to which </a:t>
            </a: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Asness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et al. (2019) refer to as the “price of quality”: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Since 2018, the market has recorded an above-average geometric return.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prstClr val="black"/>
                </a:solidFill>
                <a:latin typeface="Google Sans Text"/>
              </a:rPr>
              <a:t>qmj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has performed well during periods with high uncertainty (2022/2023).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8BC5EA1-F35F-A6DC-7409-25325EA1078B}"/>
              </a:ext>
            </a:extLst>
          </p:cNvPr>
          <p:cNvSpPr txBox="1"/>
          <p:nvPr/>
        </p:nvSpPr>
        <p:spPr>
          <a:xfrm>
            <a:off x="8097465" y="4565434"/>
            <a:ext cx="37080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1200" b="1" dirty="0">
                <a:solidFill>
                  <a:srgbClr val="B22222"/>
                </a:solidFill>
                <a:latin typeface="Google Sans Text"/>
              </a:rPr>
              <a:t>Relation to literature: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Weak explanatory power as more comprehensive and robust factors have been identified, which target similar economic drivers (Feng et al. (2020)).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Google Sans Text"/>
              </a:rPr>
              <a:t>High aggregate sales growth </a:t>
            </a:r>
            <a:r>
              <a:rPr lang="en-US" sz="1200" u="sng" dirty="0">
                <a:solidFill>
                  <a:prstClr val="black"/>
                </a:solidFill>
                <a:latin typeface="Google Sans Text"/>
              </a:rPr>
              <a:t>negatively</a:t>
            </a:r>
            <a:r>
              <a:rPr lang="en-US" sz="1200" dirty="0">
                <a:solidFill>
                  <a:prstClr val="black"/>
                </a:solidFill>
                <a:latin typeface="Google Sans Text"/>
              </a:rPr>
              <a:t> predicts future returns (Garfinkel et al. (2025)). The factor was likely a result of mispricing due to errors in expectations of the cash flow channel.</a:t>
            </a:r>
          </a:p>
          <a:p>
            <a:pPr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ogle Sans Text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75DA740-A07C-363A-9D89-3D85644ACDE6}"/>
              </a:ext>
            </a:extLst>
          </p:cNvPr>
          <p:cNvSpPr/>
          <p:nvPr/>
        </p:nvSpPr>
        <p:spPr>
          <a:xfrm>
            <a:off x="1086234" y="1286256"/>
            <a:ext cx="306845" cy="1644144"/>
          </a:xfrm>
          <a:prstGeom prst="rect">
            <a:avLst/>
          </a:prstGeom>
          <a:noFill/>
          <a:ln w="28575">
            <a:solidFill>
              <a:srgbClr val="004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DB6AB4C-96D8-67F9-9CD7-26B0017AE970}"/>
              </a:ext>
            </a:extLst>
          </p:cNvPr>
          <p:cNvSpPr/>
          <p:nvPr/>
        </p:nvSpPr>
        <p:spPr>
          <a:xfrm>
            <a:off x="5204460" y="1286256"/>
            <a:ext cx="304800" cy="1644143"/>
          </a:xfrm>
          <a:prstGeom prst="rect">
            <a:avLst/>
          </a:prstGeom>
          <a:noFill/>
          <a:ln w="28575">
            <a:solidFill>
              <a:srgbClr val="F37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7165320-8DC8-5666-757C-20DA85E4977B}"/>
              </a:ext>
            </a:extLst>
          </p:cNvPr>
          <p:cNvSpPr/>
          <p:nvPr/>
        </p:nvSpPr>
        <p:spPr>
          <a:xfrm>
            <a:off x="6675121" y="1286256"/>
            <a:ext cx="300989" cy="1644143"/>
          </a:xfrm>
          <a:prstGeom prst="rect">
            <a:avLst/>
          </a:prstGeom>
          <a:noFill/>
          <a:ln w="28575">
            <a:solidFill>
              <a:srgbClr val="F37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4DC65A1-8973-D4D2-2842-5277D281D93F}"/>
              </a:ext>
            </a:extLst>
          </p:cNvPr>
          <p:cNvSpPr/>
          <p:nvPr/>
        </p:nvSpPr>
        <p:spPr>
          <a:xfrm>
            <a:off x="2523745" y="1286256"/>
            <a:ext cx="366740" cy="1644143"/>
          </a:xfrm>
          <a:prstGeom prst="rect">
            <a:avLst/>
          </a:prstGeom>
          <a:noFill/>
          <a:ln w="28575">
            <a:solidFill>
              <a:srgbClr val="0048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35A3B1D-5447-9343-4BF5-61CA319802DC}"/>
              </a:ext>
            </a:extLst>
          </p:cNvPr>
          <p:cNvSpPr/>
          <p:nvPr/>
        </p:nvSpPr>
        <p:spPr>
          <a:xfrm>
            <a:off x="9471660" y="1286256"/>
            <a:ext cx="304800" cy="1644143"/>
          </a:xfrm>
          <a:prstGeom prst="rect">
            <a:avLst/>
          </a:prstGeom>
          <a:noFill/>
          <a:ln w="28575">
            <a:solidFill>
              <a:srgbClr val="B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6881740-2C23-E400-3D7B-44E9F17FF489}"/>
              </a:ext>
            </a:extLst>
          </p:cNvPr>
          <p:cNvSpPr/>
          <p:nvPr/>
        </p:nvSpPr>
        <p:spPr>
          <a:xfrm>
            <a:off x="10938510" y="1286256"/>
            <a:ext cx="304801" cy="1644143"/>
          </a:xfrm>
          <a:prstGeom prst="rect">
            <a:avLst/>
          </a:prstGeom>
          <a:noFill/>
          <a:ln w="28575">
            <a:solidFill>
              <a:srgbClr val="B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Google Sans Tex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9DAE42-E2C4-AD8E-7366-A50202D1A3F1}"/>
              </a:ext>
            </a:extLst>
          </p:cNvPr>
          <p:cNvSpPr/>
          <p:nvPr/>
        </p:nvSpPr>
        <p:spPr>
          <a:xfrm>
            <a:off x="339264" y="1039459"/>
            <a:ext cx="736219" cy="240928"/>
          </a:xfrm>
          <a:prstGeom prst="rect">
            <a:avLst/>
          </a:prstGeom>
          <a:solidFill>
            <a:srgbClr val="0048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QMJ: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930294-92C8-30F4-60D9-44F0054535A6}"/>
              </a:ext>
            </a:extLst>
          </p:cNvPr>
          <p:cNvSpPr/>
          <p:nvPr/>
        </p:nvSpPr>
        <p:spPr>
          <a:xfrm>
            <a:off x="4172204" y="1039459"/>
            <a:ext cx="736219" cy="240928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Mom: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8E8570-401F-83D5-8F88-12758DBDDEA2}"/>
              </a:ext>
            </a:extLst>
          </p:cNvPr>
          <p:cNvSpPr/>
          <p:nvPr/>
        </p:nvSpPr>
        <p:spPr>
          <a:xfrm>
            <a:off x="8133681" y="1039459"/>
            <a:ext cx="736219" cy="240928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Sales:</a:t>
            </a:r>
          </a:p>
        </p:txBody>
      </p:sp>
    </p:spTree>
    <p:extLst>
      <p:ext uri="{BB962C8B-B14F-4D97-AF65-F5344CB8AC3E}">
        <p14:creationId xmlns:p14="http://schemas.microsoft.com/office/powerpoint/2010/main" val="259133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0F1571E5-A119-E94B-1D0E-5A4F359C47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5431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1571E5-A119-E94B-1D0E-5A4F359C47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8F23-A898-F8F2-58EF-0A363B9997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Explanatory power of asset pricing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5DDE56-C4B8-8B18-F611-1974E2D3F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Spanning regressions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070AE6-039D-4945-ECAC-0C358888B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377084"/>
              </p:ext>
            </p:extLst>
          </p:nvPr>
        </p:nvGraphicFramePr>
        <p:xfrm>
          <a:off x="441638" y="1111416"/>
          <a:ext cx="5364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96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3188093105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CAPM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aug. q-factors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FF5+Mom.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APT alpha: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5.01%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6.62%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1.34%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3.69%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(t-statistic)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5.32</a:t>
                      </a:r>
                      <a:endParaRPr lang="en-GB" sz="9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8.19</a:t>
                      </a:r>
                      <a:endParaRPr lang="en-GB" sz="9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1.87</a:t>
                      </a:r>
                      <a:endParaRPr lang="en-GB" sz="90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5.77</a:t>
                      </a:r>
                      <a:endParaRPr lang="en-GB" sz="9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35209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2%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33%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44%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55%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163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Adj. R²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2%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33%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44%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55%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0267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-119,348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-124,803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-127,475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-130,757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9098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-119,326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-124,765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-127,422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900">
                          <a:effectLst/>
                        </a:rPr>
                        <a:t>-130,696</a:t>
                      </a:r>
                      <a:endParaRPr lang="en-GB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508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530024-951D-4C13-D342-76A9673A0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57821"/>
              </p:ext>
            </p:extLst>
          </p:nvPr>
        </p:nvGraphicFramePr>
        <p:xfrm>
          <a:off x="441638" y="2995052"/>
          <a:ext cx="5364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96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3188093105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CAPM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aug. q-factors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FF5+Mom.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APT alpha: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6.90%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8.54%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0.40%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(t-statistic)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3.71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35209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163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Adj. R²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0267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-99,683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-101,047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-102,507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-127,995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9098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-99,661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-101,009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-102,454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-127,934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508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87BDA2-F15C-182E-9C7D-0A20E474B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99285"/>
              </p:ext>
            </p:extLst>
          </p:nvPr>
        </p:nvGraphicFramePr>
        <p:xfrm>
          <a:off x="441638" y="4896977"/>
          <a:ext cx="5364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96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3188093105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CAPM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aug. q-factors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FF5+Mom.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APT alpha: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3.34%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1.74%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-0.40%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-1.14%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l"/>
                      <a:r>
                        <a:rPr lang="en-GB" sz="900"/>
                        <a:t>(t-statistic)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3.25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2.19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-0.52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-1.72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35209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18.00%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48.00%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58.00%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67.00%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163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Adj. R²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18.00%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48.00%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58.00%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67.00%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402678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-115,920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-122,629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-125,769</a:t>
                      </a:r>
                    </a:p>
                  </a:txBody>
                  <a:tcPr anchor="b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-129,025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9098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-115,897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-122,591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-125,716</a:t>
                      </a:r>
                    </a:p>
                  </a:txBody>
                  <a:tcPr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GB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-128,965</a:t>
                      </a:r>
                    </a:p>
                  </a:txBody>
                  <a:tcPr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508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A15CC0-3C53-1E7B-C94C-501BB0D10085}"/>
              </a:ext>
            </a:extLst>
          </p:cNvPr>
          <p:cNvSpPr txBox="1"/>
          <p:nvPr/>
        </p:nvSpPr>
        <p:spPr>
          <a:xfrm>
            <a:off x="441638" y="903417"/>
            <a:ext cx="376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Google Sans Text"/>
              </a:rPr>
              <a:t>Quality minus Junk: profitability: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50E2C-9519-03F1-A1C4-94392A04284A}"/>
              </a:ext>
            </a:extLst>
          </p:cNvPr>
          <p:cNvSpPr txBox="1"/>
          <p:nvPr/>
        </p:nvSpPr>
        <p:spPr>
          <a:xfrm>
            <a:off x="441638" y="2801952"/>
            <a:ext cx="376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Google Sans Text"/>
              </a:rPr>
              <a:t>Momentum: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5E823-BFB6-4548-30C2-30C9DAD6B8E1}"/>
              </a:ext>
            </a:extLst>
          </p:cNvPr>
          <p:cNvSpPr txBox="1"/>
          <p:nvPr/>
        </p:nvSpPr>
        <p:spPr>
          <a:xfrm>
            <a:off x="441638" y="4688979"/>
            <a:ext cx="3764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Google Sans Text"/>
              </a:rPr>
              <a:t>Sales growth (3 years):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B4E7C7-3BA1-DD65-A554-E5CB55F6D9AE}"/>
              </a:ext>
            </a:extLst>
          </p:cNvPr>
          <p:cNvCxnSpPr>
            <a:cxnSpLocks/>
          </p:cNvCxnSpPr>
          <p:nvPr/>
        </p:nvCxnSpPr>
        <p:spPr>
          <a:xfrm>
            <a:off x="464498" y="1115988"/>
            <a:ext cx="20882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20D6FD-60E8-D41E-70A7-917E514F8878}"/>
              </a:ext>
            </a:extLst>
          </p:cNvPr>
          <p:cNvCxnSpPr>
            <a:cxnSpLocks/>
          </p:cNvCxnSpPr>
          <p:nvPr/>
        </p:nvCxnSpPr>
        <p:spPr>
          <a:xfrm>
            <a:off x="449258" y="3000387"/>
            <a:ext cx="9071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004DDE-4FE1-51EC-9CEC-05BBC8A46F1B}"/>
              </a:ext>
            </a:extLst>
          </p:cNvPr>
          <p:cNvCxnSpPr>
            <a:cxnSpLocks/>
          </p:cNvCxnSpPr>
          <p:nvPr/>
        </p:nvCxnSpPr>
        <p:spPr>
          <a:xfrm>
            <a:off x="464498" y="4899779"/>
            <a:ext cx="1501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6A0252D-281A-9BB3-A57D-11120715C1F8}"/>
              </a:ext>
            </a:extLst>
          </p:cNvPr>
          <p:cNvSpPr txBox="1"/>
          <p:nvPr/>
        </p:nvSpPr>
        <p:spPr>
          <a:xfrm>
            <a:off x="6441440" y="1486313"/>
            <a:ext cx="536448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The figures include a Newey-West correction with a sample period from 1967-2024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CAPM and FF3 </a:t>
            </a:r>
            <a:r>
              <a:rPr lang="en-GB" sz="1200" dirty="0">
                <a:latin typeface="Google Sans Text"/>
              </a:rPr>
              <a:t>models show </a:t>
            </a:r>
            <a:r>
              <a:rPr lang="en-GB" sz="1200" b="1" dirty="0">
                <a:latin typeface="Google Sans Text"/>
              </a:rPr>
              <a:t>limited explanatory power</a:t>
            </a:r>
            <a:r>
              <a:rPr lang="en-GB" sz="1200" dirty="0">
                <a:latin typeface="Google Sans Text"/>
              </a:rPr>
              <a:t>, with low R² and higher residual alphas, indicating they fail to fully capture cross-sectional return patterns.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Alpha magnitudes shrink substantially as models expand</a:t>
            </a:r>
            <a:r>
              <a:rPr lang="en-GB" sz="1200" dirty="0">
                <a:latin typeface="Google Sans Text"/>
              </a:rPr>
              <a:t>, suggesting that the </a:t>
            </a:r>
            <a:r>
              <a:rPr lang="en-GB" sz="1200" b="1" dirty="0">
                <a:latin typeface="Google Sans Text"/>
              </a:rPr>
              <a:t>augmented q-factor model and FF5+Momentum absorb much </a:t>
            </a:r>
            <a:r>
              <a:rPr lang="en-GB" sz="1200" dirty="0">
                <a:latin typeface="Google Sans Text"/>
              </a:rPr>
              <a:t>of the anomaly-related mispricing.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FF5+Momentum explains the most variation across factors </a:t>
            </a:r>
            <a:r>
              <a:rPr lang="en-GB" sz="1200" dirty="0">
                <a:latin typeface="Google Sans Text"/>
              </a:rPr>
              <a:t>(highest R² and adj. R²), particularly for Momentum and Sales Growth, highlighting its strong fit.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The </a:t>
            </a:r>
            <a:r>
              <a:rPr lang="en-GB" sz="1200" b="1" dirty="0">
                <a:latin typeface="Google Sans Text"/>
              </a:rPr>
              <a:t>augmented q-factor model better absorbs mispricing for Profitability </a:t>
            </a:r>
            <a:r>
              <a:rPr lang="en-GB" sz="1200" dirty="0">
                <a:latin typeface="Google Sans Text"/>
              </a:rPr>
              <a:t>(reduces alpha effectively) but </a:t>
            </a:r>
            <a:r>
              <a:rPr lang="en-GB" sz="1200" b="1" dirty="0">
                <a:latin typeface="Google Sans Text"/>
              </a:rPr>
              <a:t>leaves more variance unexplained </a:t>
            </a:r>
            <a:r>
              <a:rPr lang="en-GB" sz="1200" dirty="0">
                <a:latin typeface="Google Sans Text"/>
              </a:rPr>
              <a:t>compared to FF5+Momentum.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Factor differences: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Momentum </a:t>
            </a:r>
            <a:r>
              <a:rPr lang="en-GB" sz="1200" dirty="0">
                <a:latin typeface="Google Sans Text"/>
              </a:rPr>
              <a:t>is almost </a:t>
            </a:r>
            <a:r>
              <a:rPr lang="en-GB" sz="1200" b="1" dirty="0">
                <a:latin typeface="Google Sans Text"/>
              </a:rPr>
              <a:t>fully explained by FF5+Momentum </a:t>
            </a:r>
            <a:r>
              <a:rPr lang="en-GB" sz="1200" dirty="0">
                <a:latin typeface="Google Sans Text"/>
              </a:rPr>
              <a:t>(R² ~86%, alpha near zero), as it includes a momentum factor.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Profitability </a:t>
            </a:r>
            <a:r>
              <a:rPr lang="en-GB" sz="1200" dirty="0">
                <a:latin typeface="Google Sans Text"/>
              </a:rPr>
              <a:t>shows </a:t>
            </a:r>
            <a:r>
              <a:rPr lang="en-GB" sz="1200" b="1" dirty="0">
                <a:latin typeface="Google Sans Text"/>
              </a:rPr>
              <a:t>persistent alpha across models</a:t>
            </a:r>
            <a:r>
              <a:rPr lang="en-GB" sz="1200" dirty="0">
                <a:latin typeface="Google Sans Text"/>
              </a:rPr>
              <a:t>, suggesting some pricing power remains unexplained.</a:t>
            </a:r>
          </a:p>
          <a:p>
            <a:pPr marL="628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Sales Growth </a:t>
            </a:r>
            <a:r>
              <a:rPr lang="en-GB" sz="1200" dirty="0">
                <a:latin typeface="Google Sans Text"/>
              </a:rPr>
              <a:t>is </a:t>
            </a:r>
            <a:r>
              <a:rPr lang="en-GB" sz="1200" b="1" dirty="0">
                <a:latin typeface="Google Sans Text"/>
              </a:rPr>
              <a:t>well-explained </a:t>
            </a:r>
            <a:r>
              <a:rPr lang="en-GB" sz="1200" dirty="0">
                <a:latin typeface="Google Sans Text"/>
              </a:rPr>
              <a:t>by FF5+Momentum and augmented q-factor model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AIC/BIC </a:t>
            </a:r>
            <a:r>
              <a:rPr lang="en-GB" sz="1200" b="1" dirty="0" err="1">
                <a:latin typeface="Google Sans Text"/>
              </a:rPr>
              <a:t>favor</a:t>
            </a:r>
            <a:r>
              <a:rPr lang="en-GB" sz="1200" b="1" dirty="0">
                <a:latin typeface="Google Sans Text"/>
              </a:rPr>
              <a:t> expanded models</a:t>
            </a:r>
            <a:r>
              <a:rPr lang="en-GB" sz="1200" dirty="0">
                <a:latin typeface="Google Sans Text"/>
              </a:rPr>
              <a:t>, validating the better model fit despite added complexity.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latin typeface="Google Sans Text"/>
              </a:rPr>
              <a:t>Conclusion:</a:t>
            </a:r>
            <a:r>
              <a:rPr lang="en-GB" sz="1200" dirty="0">
                <a:latin typeface="Google Sans Text"/>
              </a:rPr>
              <a:t> </a:t>
            </a:r>
            <a:r>
              <a:rPr lang="en-GB" sz="1200" b="1" dirty="0">
                <a:latin typeface="Google Sans Text"/>
              </a:rPr>
              <a:t>FF5+Momentum provides the most comprehensive explanation </a:t>
            </a:r>
            <a:r>
              <a:rPr lang="en-GB" sz="1200" dirty="0">
                <a:latin typeface="Google Sans Text"/>
              </a:rPr>
              <a:t>for cross-sectional returns, while the q-factor model performs well for profitability-related anomalies.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8D115F-9A0A-FC63-31EA-0E2D8BE4CA72}"/>
              </a:ext>
            </a:extLst>
          </p:cNvPr>
          <p:cNvSpPr txBox="1"/>
          <p:nvPr/>
        </p:nvSpPr>
        <p:spPr>
          <a:xfrm>
            <a:off x="6441440" y="1067655"/>
            <a:ext cx="536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latin typeface="Google Sans Text"/>
              </a:rPr>
              <a:t>Key insights: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860BFF-D3BF-A0F1-2DB3-7AEF45D45DB5}"/>
              </a:ext>
            </a:extLst>
          </p:cNvPr>
          <p:cNvCxnSpPr>
            <a:cxnSpLocks/>
          </p:cNvCxnSpPr>
          <p:nvPr/>
        </p:nvCxnSpPr>
        <p:spPr>
          <a:xfrm>
            <a:off x="8312751" y="1406209"/>
            <a:ext cx="162185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D7A6506-41F3-ED9B-2A17-E1F38440802E}"/>
              </a:ext>
            </a:extLst>
          </p:cNvPr>
          <p:cNvCxnSpPr>
            <a:cxnSpLocks/>
          </p:cNvCxnSpPr>
          <p:nvPr/>
        </p:nvCxnSpPr>
        <p:spPr>
          <a:xfrm flipV="1">
            <a:off x="6096000" y="1111416"/>
            <a:ext cx="0" cy="53857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7B6115B2-56D0-8BEE-348B-98E871D73FB7}"/>
              </a:ext>
            </a:extLst>
          </p:cNvPr>
          <p:cNvSpPr/>
          <p:nvPr/>
        </p:nvSpPr>
        <p:spPr>
          <a:xfrm>
            <a:off x="6207760" y="3529976"/>
            <a:ext cx="178124" cy="548640"/>
          </a:xfrm>
          <a:prstGeom prst="chevron">
            <a:avLst>
              <a:gd name="adj" fmla="val 671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425541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0AD1-64FC-D526-6BC2-FBBC8B54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hink-cell data - do not delete" hidden="1">
            <a:extLst>
              <a:ext uri="{FF2B5EF4-FFF2-40B4-BE49-F238E27FC236}">
                <a16:creationId xmlns:a16="http://schemas.microsoft.com/office/drawing/2014/main" id="{2B0FC42D-0A61-4F20-917C-CEE86A3E5D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6376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0FC42D-0A61-4F20-917C-CEE86A3E5D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B6BA2C1C-0747-37D0-52FB-29DCADF03C65}"/>
              </a:ext>
            </a:extLst>
          </p:cNvPr>
          <p:cNvSpPr/>
          <p:nvPr/>
        </p:nvSpPr>
        <p:spPr>
          <a:xfrm>
            <a:off x="0" y="991723"/>
            <a:ext cx="12192000" cy="5542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ogle Sans Tex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0EDFD-3C0B-8704-E447-96172E33F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Factor exposures to Fama-French 5 factor + momentum model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323D69-B7C5-2A0A-42ED-517F980A66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Spanning Regressions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F07BC-A885-F64D-86A9-DC0FEF290C2A}"/>
              </a:ext>
            </a:extLst>
          </p:cNvPr>
          <p:cNvSpPr txBox="1"/>
          <p:nvPr/>
        </p:nvSpPr>
        <p:spPr>
          <a:xfrm>
            <a:off x="1726879" y="991723"/>
            <a:ext cx="376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>
                <a:latin typeface="Google Sans Text"/>
              </a:rPr>
              <a:t>Quality minus Junk - profitability: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A83E4F-9770-47EE-18FA-0F2CB798CDB2}"/>
              </a:ext>
            </a:extLst>
          </p:cNvPr>
          <p:cNvCxnSpPr>
            <a:cxnSpLocks/>
          </p:cNvCxnSpPr>
          <p:nvPr/>
        </p:nvCxnSpPr>
        <p:spPr>
          <a:xfrm>
            <a:off x="2403628" y="1250730"/>
            <a:ext cx="24107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029367-E9FC-16CA-98BF-94DC2BC3DDC0}"/>
              </a:ext>
            </a:extLst>
          </p:cNvPr>
          <p:cNvSpPr txBox="1"/>
          <p:nvPr/>
        </p:nvSpPr>
        <p:spPr>
          <a:xfrm>
            <a:off x="4994927" y="991723"/>
            <a:ext cx="376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>
                <a:latin typeface="Google Sans Text"/>
              </a:rPr>
              <a:t>Momentum (t-12 to t-1):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D3840-D96F-0CA4-A94C-51028AE758C0}"/>
              </a:ext>
            </a:extLst>
          </p:cNvPr>
          <p:cNvSpPr txBox="1"/>
          <p:nvPr/>
        </p:nvSpPr>
        <p:spPr>
          <a:xfrm>
            <a:off x="8262974" y="991723"/>
            <a:ext cx="376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>
                <a:latin typeface="Google Sans Text"/>
              </a:rPr>
              <a:t>Sales growth (3 years):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4753D2-EE01-CEE1-E56E-DD61B4F7EFBC}"/>
              </a:ext>
            </a:extLst>
          </p:cNvPr>
          <p:cNvCxnSpPr>
            <a:cxnSpLocks/>
          </p:cNvCxnSpPr>
          <p:nvPr/>
        </p:nvCxnSpPr>
        <p:spPr>
          <a:xfrm>
            <a:off x="5457030" y="1250730"/>
            <a:ext cx="24107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731432-6459-6FDF-4462-5B50A19A3B60}"/>
              </a:ext>
            </a:extLst>
          </p:cNvPr>
          <p:cNvCxnSpPr>
            <a:cxnSpLocks/>
          </p:cNvCxnSpPr>
          <p:nvPr/>
        </p:nvCxnSpPr>
        <p:spPr>
          <a:xfrm>
            <a:off x="8939723" y="1250730"/>
            <a:ext cx="24107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4E597E-A7ED-BE04-99E7-3E1B12049E6B}"/>
              </a:ext>
            </a:extLst>
          </p:cNvPr>
          <p:cNvSpPr txBox="1"/>
          <p:nvPr/>
        </p:nvSpPr>
        <p:spPr>
          <a:xfrm>
            <a:off x="356196" y="991723"/>
            <a:ext cx="2047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Google Sans Text"/>
              </a:rPr>
              <a:t>FF5 + Momentum: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2A46D-EDAD-42C4-67D8-27731BAA53DB}"/>
              </a:ext>
            </a:extLst>
          </p:cNvPr>
          <p:cNvSpPr txBox="1"/>
          <p:nvPr/>
        </p:nvSpPr>
        <p:spPr>
          <a:xfrm>
            <a:off x="356196" y="1372488"/>
            <a:ext cx="2047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Significant factors</a:t>
            </a:r>
            <a:r>
              <a:rPr lang="en-GB" sz="1200" baseline="30000">
                <a:latin typeface="Google Sans Text"/>
              </a:rPr>
              <a:t>*</a:t>
            </a:r>
            <a:r>
              <a:rPr lang="en-GB" sz="1200">
                <a:latin typeface="Google Sans Text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6581A-29EC-1E28-E7B4-A2E0FB251D6B}"/>
              </a:ext>
            </a:extLst>
          </p:cNvPr>
          <p:cNvSpPr txBox="1"/>
          <p:nvPr/>
        </p:nvSpPr>
        <p:spPr>
          <a:xfrm>
            <a:off x="356195" y="6333720"/>
            <a:ext cx="56216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baseline="30000">
                <a:latin typeface="Google Sans Text"/>
              </a:rPr>
              <a:t>*</a:t>
            </a:r>
            <a:r>
              <a:rPr lang="en-GB" sz="700">
                <a:latin typeface="Google Sans Text"/>
              </a:rPr>
              <a:t>measured over the full sample period at a 5% significance level; grey box illustrates not-significant factors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4D7F4B-2F1A-0106-4D74-2C77C244C6BB}"/>
              </a:ext>
            </a:extLst>
          </p:cNvPr>
          <p:cNvSpPr txBox="1"/>
          <p:nvPr/>
        </p:nvSpPr>
        <p:spPr>
          <a:xfrm>
            <a:off x="355776" y="2364145"/>
            <a:ext cx="1734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Rolling exposure to factors (5 years):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54F947A-1E9B-3C4B-45DD-A7561B13E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306458"/>
              </p:ext>
            </p:extLst>
          </p:nvPr>
        </p:nvGraphicFramePr>
        <p:xfrm>
          <a:off x="2161818" y="1321762"/>
          <a:ext cx="289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00">
                  <a:extLst>
                    <a:ext uri="{9D8B030D-6E8A-4147-A177-3AD203B41FA5}">
                      <a16:colId xmlns:a16="http://schemas.microsoft.com/office/drawing/2014/main" val="318633108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64737231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3717084266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6107044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87618395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931705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MKT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SMB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HML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RMW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>
                          <a:effectLst/>
                        </a:rPr>
                        <a:t>CMA</a:t>
                      </a:r>
                      <a:endParaRPr lang="en-GB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MOM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9164434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CFA3984-FBCA-2D49-B119-B9FD331A5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212711"/>
              </p:ext>
            </p:extLst>
          </p:nvPr>
        </p:nvGraphicFramePr>
        <p:xfrm>
          <a:off x="5429866" y="1321762"/>
          <a:ext cx="289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00">
                  <a:extLst>
                    <a:ext uri="{9D8B030D-6E8A-4147-A177-3AD203B41FA5}">
                      <a16:colId xmlns:a16="http://schemas.microsoft.com/office/drawing/2014/main" val="318633108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64737231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3717084266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6107044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87618395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931705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MKT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SMB</a:t>
                      </a:r>
                    </a:p>
                  </a:txBody>
                  <a:tcPr marL="45720" marR="4572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HML</a:t>
                      </a:r>
                    </a:p>
                  </a:txBody>
                  <a:tcPr marL="45720" marR="4572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RMW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>
                          <a:effectLst/>
                        </a:rPr>
                        <a:t>CMA</a:t>
                      </a:r>
                      <a:endParaRPr lang="en-GB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dirty="0"/>
                        <a:t>MOM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691644348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A235B6F-5CAC-854C-E27A-929FF3327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739686"/>
              </p:ext>
            </p:extLst>
          </p:nvPr>
        </p:nvGraphicFramePr>
        <p:xfrm>
          <a:off x="8697914" y="1321762"/>
          <a:ext cx="28944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00">
                  <a:extLst>
                    <a:ext uri="{9D8B030D-6E8A-4147-A177-3AD203B41FA5}">
                      <a16:colId xmlns:a16="http://schemas.microsoft.com/office/drawing/2014/main" val="318633108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64737231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3717084266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6107044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876183959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1931705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MKT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SMB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HML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RMW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>
                          <a:effectLst/>
                        </a:rPr>
                        <a:t>CMA</a:t>
                      </a:r>
                      <a:endParaRPr lang="en-GB" sz="100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MOM</a:t>
                      </a: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44348"/>
                  </a:ext>
                </a:extLst>
              </a:tr>
            </a:tbl>
          </a:graphicData>
        </a:graphic>
      </p:graphicFrame>
      <p:pic>
        <p:nvPicPr>
          <p:cNvPr id="39" name="Picture 38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FA09F132-C457-9CD5-6045-693FF8F85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44"/>
          <a:stretch/>
        </p:blipFill>
        <p:spPr>
          <a:xfrm>
            <a:off x="2161818" y="1726659"/>
            <a:ext cx="2894400" cy="1487546"/>
          </a:xfrm>
          <a:prstGeom prst="rect">
            <a:avLst/>
          </a:prstGeom>
        </p:spPr>
      </p:pic>
      <p:pic>
        <p:nvPicPr>
          <p:cNvPr id="43" name="Picture 42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F9E887E2-FD37-F925-BCF1-5A198B0391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7"/>
          <a:stretch/>
        </p:blipFill>
        <p:spPr>
          <a:xfrm>
            <a:off x="5432266" y="1727377"/>
            <a:ext cx="2892000" cy="1453973"/>
          </a:xfrm>
          <a:prstGeom prst="rect">
            <a:avLst/>
          </a:prstGeom>
        </p:spPr>
      </p:pic>
      <p:pic>
        <p:nvPicPr>
          <p:cNvPr id="47" name="Picture 4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A98ACDE-FB92-D13D-5086-365B4D3CDF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7"/>
          <a:stretch/>
        </p:blipFill>
        <p:spPr>
          <a:xfrm>
            <a:off x="8700314" y="1727377"/>
            <a:ext cx="2892000" cy="1453973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778F3B-E5C7-5F03-AF42-F10A55132FAE}"/>
              </a:ext>
            </a:extLst>
          </p:cNvPr>
          <p:cNvCxnSpPr>
            <a:cxnSpLocks/>
          </p:cNvCxnSpPr>
          <p:nvPr/>
        </p:nvCxnSpPr>
        <p:spPr>
          <a:xfrm>
            <a:off x="5224868" y="1051856"/>
            <a:ext cx="0" cy="526512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AE6B833-1705-A50D-B117-D63C15D6BB49}"/>
              </a:ext>
            </a:extLst>
          </p:cNvPr>
          <p:cNvCxnSpPr>
            <a:cxnSpLocks/>
          </p:cNvCxnSpPr>
          <p:nvPr/>
        </p:nvCxnSpPr>
        <p:spPr>
          <a:xfrm>
            <a:off x="8500781" y="1107352"/>
            <a:ext cx="0" cy="5209628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70C00C-D29A-459B-E58A-5D824FABED8F}"/>
              </a:ext>
            </a:extLst>
          </p:cNvPr>
          <p:cNvSpPr txBox="1"/>
          <p:nvPr/>
        </p:nvSpPr>
        <p:spPr>
          <a:xfrm>
            <a:off x="355776" y="3482118"/>
            <a:ext cx="1615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Most sizeable exposures: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0A8F44-9F0E-58A4-EB8F-9D6283DCD6CB}"/>
              </a:ext>
            </a:extLst>
          </p:cNvPr>
          <p:cNvSpPr txBox="1"/>
          <p:nvPr/>
        </p:nvSpPr>
        <p:spPr>
          <a:xfrm>
            <a:off x="2161817" y="3482118"/>
            <a:ext cx="28721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Highest exposure to the </a:t>
            </a:r>
            <a:r>
              <a:rPr lang="en-GB" sz="1200" b="1" dirty="0">
                <a:latin typeface="Google Sans Text"/>
              </a:rPr>
              <a:t>profitability</a:t>
            </a:r>
            <a:r>
              <a:rPr lang="en-GB" sz="1200" dirty="0">
                <a:latin typeface="Google Sans Text"/>
              </a:rPr>
              <a:t>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Correction exposure to the value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Google Sans Text"/>
              </a:rPr>
              <a:t>Other factor exposure a little in magnitude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701F89-4148-DC1C-70D3-1CF3825CA707}"/>
              </a:ext>
            </a:extLst>
          </p:cNvPr>
          <p:cNvSpPr txBox="1"/>
          <p:nvPr/>
        </p:nvSpPr>
        <p:spPr>
          <a:xfrm>
            <a:off x="5440977" y="3482118"/>
            <a:ext cx="2872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Highest exposure to the </a:t>
            </a:r>
            <a:r>
              <a:rPr lang="en-GB" sz="1200" b="1">
                <a:latin typeface="Google Sans Text"/>
              </a:rPr>
              <a:t>momentum</a:t>
            </a:r>
            <a:r>
              <a:rPr lang="en-GB" sz="1200">
                <a:latin typeface="Google Sans Text"/>
              </a:rPr>
              <a:t>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Temporarily smaller corrections by investment and profitability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Note: Fama French momentum factor has specifications 2-12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13C29-10B9-16D4-A8A9-E5F4CC421844}"/>
              </a:ext>
            </a:extLst>
          </p:cNvPr>
          <p:cNvSpPr txBox="1"/>
          <p:nvPr/>
        </p:nvSpPr>
        <p:spPr>
          <a:xfrm>
            <a:off x="8709025" y="3482118"/>
            <a:ext cx="2872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Highest exposure to the </a:t>
            </a:r>
            <a:r>
              <a:rPr lang="en-GB" sz="1200" b="1">
                <a:latin typeface="Google Sans Text"/>
              </a:rPr>
              <a:t>investment</a:t>
            </a:r>
            <a:r>
              <a:rPr lang="en-GB" sz="1200">
                <a:latin typeface="Google Sans Text"/>
              </a:rPr>
              <a:t>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Followed by the value factor and temporarily the profitability factor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E2A36-2817-379E-A9C3-85DF292C96CE}"/>
              </a:ext>
            </a:extLst>
          </p:cNvPr>
          <p:cNvSpPr txBox="1"/>
          <p:nvPr/>
        </p:nvSpPr>
        <p:spPr>
          <a:xfrm>
            <a:off x="355776" y="4790039"/>
            <a:ext cx="2047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Google Sans Text"/>
              </a:rPr>
              <a:t>Auxiliary regressions: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31011AE-0F40-6E7B-4EA1-A87B7526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410228"/>
              </p:ext>
            </p:extLst>
          </p:nvPr>
        </p:nvGraphicFramePr>
        <p:xfrm>
          <a:off x="2161816" y="5143315"/>
          <a:ext cx="2894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600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APT </a:t>
                      </a:r>
                      <a:r>
                        <a:rPr lang="el-GR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Mom.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Sales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R²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3.9%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0.1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-0.03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4.6%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1EC90B-DBF4-B567-BF1B-954F6AB3E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106908"/>
              </p:ext>
            </p:extLst>
          </p:nvPr>
        </p:nvGraphicFramePr>
        <p:xfrm>
          <a:off x="5412496" y="5161952"/>
          <a:ext cx="2894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600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APT </a:t>
                      </a:r>
                      <a:r>
                        <a:rPr lang="el-GR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QMJ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Sales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R²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5.0%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0.40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 dirty="0"/>
                        <a:t>-0.14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 dirty="0"/>
                        <a:t>5.2%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32C22C-F4E1-2BEA-9727-EC7B19313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355785"/>
              </p:ext>
            </p:extLst>
          </p:nvPr>
        </p:nvGraphicFramePr>
        <p:xfrm>
          <a:off x="8686802" y="5142450"/>
          <a:ext cx="2894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600">
                  <a:extLst>
                    <a:ext uri="{9D8B030D-6E8A-4147-A177-3AD203B41FA5}">
                      <a16:colId xmlns:a16="http://schemas.microsoft.com/office/drawing/2014/main" val="1781970853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1041014150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293112238"/>
                    </a:ext>
                  </a:extLst>
                </a:gridCol>
                <a:gridCol w="723600">
                  <a:extLst>
                    <a:ext uri="{9D8B030D-6E8A-4147-A177-3AD203B41FA5}">
                      <a16:colId xmlns:a16="http://schemas.microsoft.com/office/drawing/2014/main" val="2724824249"/>
                    </a:ext>
                  </a:extLst>
                </a:gridCol>
              </a:tblGrid>
              <a:tr h="147781"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APT </a:t>
                      </a:r>
                      <a:r>
                        <a:rPr lang="el-GR" sz="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QMJ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900">
                          <a:solidFill>
                            <a:schemeClr val="tx1"/>
                          </a:solidFill>
                        </a:rPr>
                        <a:t>β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900" err="1">
                          <a:solidFill>
                            <a:schemeClr val="tx1"/>
                          </a:solidFill>
                        </a:rPr>
                        <a:t>Mom</a:t>
                      </a:r>
                      <a:r>
                        <a:rPr lang="de-AT" sz="9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GB" sz="9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>
                          <a:solidFill>
                            <a:schemeClr val="tx1"/>
                          </a:solidFill>
                        </a:rPr>
                        <a:t>R²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792436"/>
                  </a:ext>
                </a:extLst>
              </a:tr>
              <a:tr h="147781">
                <a:tc>
                  <a:txBody>
                    <a:bodyPr/>
                    <a:lstStyle/>
                    <a:p>
                      <a:pPr algn="r"/>
                      <a:r>
                        <a:rPr lang="en-GB" sz="900">
                          <a:effectLst/>
                        </a:rPr>
                        <a:t>2.5%</a:t>
                      </a:r>
                      <a:endParaRPr lang="en-GB" sz="90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-0.05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-0.06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00"/>
                        <a:t>1.1%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04715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AF4F1D9-DB30-E767-E603-9D9836718DBD}"/>
              </a:ext>
            </a:extLst>
          </p:cNvPr>
          <p:cNvSpPr txBox="1"/>
          <p:nvPr/>
        </p:nvSpPr>
        <p:spPr>
          <a:xfrm>
            <a:off x="360615" y="5214243"/>
            <a:ext cx="2047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Summary: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694547-0238-677D-A0AC-1DB86D7738DB}"/>
              </a:ext>
            </a:extLst>
          </p:cNvPr>
          <p:cNvSpPr txBox="1"/>
          <p:nvPr/>
        </p:nvSpPr>
        <p:spPr>
          <a:xfrm>
            <a:off x="355776" y="5663391"/>
            <a:ext cx="2047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Key insights: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E857A9-8296-C2E7-566C-9163460FB204}"/>
              </a:ext>
            </a:extLst>
          </p:cNvPr>
          <p:cNvSpPr txBox="1"/>
          <p:nvPr/>
        </p:nvSpPr>
        <p:spPr>
          <a:xfrm>
            <a:off x="2161817" y="5663620"/>
            <a:ext cx="287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Little explanatory power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Momentum is significant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Exposure low in magnitude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60B5B1-C9B1-1527-9B3A-02550EA618F0}"/>
              </a:ext>
            </a:extLst>
          </p:cNvPr>
          <p:cNvSpPr txBox="1"/>
          <p:nvPr/>
        </p:nvSpPr>
        <p:spPr>
          <a:xfrm>
            <a:off x="5412496" y="5671443"/>
            <a:ext cx="287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Little explanatory power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Both are significant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Exposure to QMJ rather high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E6628F-7681-F0E1-B6C8-7AAE7D93566E}"/>
              </a:ext>
            </a:extLst>
          </p:cNvPr>
          <p:cNvSpPr txBox="1"/>
          <p:nvPr/>
        </p:nvSpPr>
        <p:spPr>
          <a:xfrm>
            <a:off x="8709025" y="5671443"/>
            <a:ext cx="287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Little explanatory power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Momentum is significant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>
                <a:latin typeface="Google Sans Text"/>
              </a:rPr>
              <a:t>Exposure low in 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9C0E5A-80E9-8EB7-413B-D2372E104EBA}"/>
                  </a:ext>
                </a:extLst>
              </p:cNvPr>
              <p:cNvSpPr txBox="1"/>
              <p:nvPr/>
            </p:nvSpPr>
            <p:spPr>
              <a:xfrm>
                <a:off x="1922047" y="4823460"/>
                <a:ext cx="3373937" cy="197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𝑄𝑀𝐽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𝑀𝑜𝑚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𝑆𝑎𝑙𝑒𝑠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1200">
                  <a:latin typeface="Google Sans Tex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39C0E5A-80E9-8EB7-413B-D2372E104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047" y="4823460"/>
                <a:ext cx="3373937" cy="197746"/>
              </a:xfrm>
              <a:prstGeom prst="rect">
                <a:avLst/>
              </a:prstGeom>
              <a:blipFill>
                <a:blip r:embed="rId8"/>
                <a:stretch>
                  <a:fillRect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4A1F32-A0D8-17E0-8525-EA0508BD07FD}"/>
                  </a:ext>
                </a:extLst>
              </p:cNvPr>
              <p:cNvSpPr txBox="1"/>
              <p:nvPr/>
            </p:nvSpPr>
            <p:spPr>
              <a:xfrm>
                <a:off x="5172727" y="4833895"/>
                <a:ext cx="3373937" cy="197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𝑀𝑜𝑚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𝑄𝑀𝐽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𝑆𝑎𝑙𝑒𝑠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1200">
                  <a:latin typeface="Google Sans Tex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4A1F32-A0D8-17E0-8525-EA0508BD0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727" y="4833895"/>
                <a:ext cx="3373937" cy="197746"/>
              </a:xfrm>
              <a:prstGeom prst="rect">
                <a:avLst/>
              </a:prstGeom>
              <a:blipFill>
                <a:blip r:embed="rId9"/>
                <a:stretch>
                  <a:fillRect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DD6015-2EFD-4F5F-D83B-A33A0E9E6F41}"/>
                  </a:ext>
                </a:extLst>
              </p:cNvPr>
              <p:cNvSpPr txBox="1"/>
              <p:nvPr/>
            </p:nvSpPr>
            <p:spPr>
              <a:xfrm>
                <a:off x="8447033" y="4839188"/>
                <a:ext cx="3373937" cy="1977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</a:rPr>
                            <m:t>𝑆𝑎𝑙𝑒𝑠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𝑄𝑀𝐽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AT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𝑀𝑜𝑚</m:t>
                          </m:r>
                        </m:sub>
                      </m:sSub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AT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1200">
                  <a:latin typeface="Google Sans Tex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DD6015-2EFD-4F5F-D83B-A33A0E9E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033" y="4839188"/>
                <a:ext cx="3373937" cy="197746"/>
              </a:xfrm>
              <a:prstGeom prst="rect">
                <a:avLst/>
              </a:prstGeom>
              <a:blipFill>
                <a:blip r:embed="rId10"/>
                <a:stretch>
                  <a:fillRect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4EF7DEC2-7F70-C005-FC24-BC83D49A4062}"/>
              </a:ext>
            </a:extLst>
          </p:cNvPr>
          <p:cNvGrpSpPr/>
          <p:nvPr/>
        </p:nvGrpSpPr>
        <p:grpSpPr>
          <a:xfrm>
            <a:off x="2252787" y="3213847"/>
            <a:ext cx="2712463" cy="143154"/>
            <a:chOff x="2316576" y="3224639"/>
            <a:chExt cx="2712463" cy="1431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8EED500-532B-C337-1D2B-F94352B3B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44950"/>
            <a:stretch/>
          </p:blipFill>
          <p:spPr>
            <a:xfrm>
              <a:off x="2316576" y="3224639"/>
              <a:ext cx="1305893" cy="13934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3CD149E-EB2F-53F7-C398-5E45CBBDC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51738"/>
            <a:stretch/>
          </p:blipFill>
          <p:spPr>
            <a:xfrm>
              <a:off x="3610094" y="3235055"/>
              <a:ext cx="1418945" cy="132738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B74FBB-AC70-F868-A441-D5A1A3F74A9E}"/>
              </a:ext>
            </a:extLst>
          </p:cNvPr>
          <p:cNvGrpSpPr/>
          <p:nvPr/>
        </p:nvGrpSpPr>
        <p:grpSpPr>
          <a:xfrm>
            <a:off x="5522028" y="3213847"/>
            <a:ext cx="2712463" cy="143154"/>
            <a:chOff x="5673615" y="3203789"/>
            <a:chExt cx="2712463" cy="14315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8E12EA9-E16B-4B7D-016A-EF6740F63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44950"/>
            <a:stretch/>
          </p:blipFill>
          <p:spPr>
            <a:xfrm>
              <a:off x="5673615" y="3203789"/>
              <a:ext cx="1305893" cy="139344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35FA5A6-9907-B6E3-B389-0AA7F5E5D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51738"/>
            <a:stretch/>
          </p:blipFill>
          <p:spPr>
            <a:xfrm>
              <a:off x="6967133" y="3214205"/>
              <a:ext cx="1418945" cy="13273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7178D1B-D129-40B8-BA52-3DA231D1C366}"/>
              </a:ext>
            </a:extLst>
          </p:cNvPr>
          <p:cNvGrpSpPr/>
          <p:nvPr/>
        </p:nvGrpSpPr>
        <p:grpSpPr>
          <a:xfrm>
            <a:off x="8790083" y="3213847"/>
            <a:ext cx="2712463" cy="143154"/>
            <a:chOff x="5673615" y="3203789"/>
            <a:chExt cx="2712463" cy="143154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3649BF4-20FC-DEF9-EF29-E12B1D401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44950"/>
            <a:stretch/>
          </p:blipFill>
          <p:spPr>
            <a:xfrm>
              <a:off x="5673615" y="3203789"/>
              <a:ext cx="1305893" cy="139344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CF79BCC-FD2A-40C5-6233-D47FCB7B1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51738"/>
            <a:stretch/>
          </p:blipFill>
          <p:spPr>
            <a:xfrm>
              <a:off x="6967133" y="3214205"/>
              <a:ext cx="1418945" cy="132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08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20BC-5F4D-5E06-1FB5-136C58A1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F14F59-47F9-FE2C-73B7-5C2718673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Bibliography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A23F4-0857-6299-D7C1-83F6DC7F8E14}"/>
              </a:ext>
            </a:extLst>
          </p:cNvPr>
          <p:cNvSpPr txBox="1"/>
          <p:nvPr/>
        </p:nvSpPr>
        <p:spPr>
          <a:xfrm>
            <a:off x="397824" y="939037"/>
            <a:ext cx="11474508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Arnott, R., Clements, M., </a:t>
            </a:r>
            <a:r>
              <a:rPr lang="en-US" sz="1100" dirty="0" err="1">
                <a:latin typeface="Google Sans Text"/>
              </a:rPr>
              <a:t>Kalesnik</a:t>
            </a:r>
            <a:r>
              <a:rPr lang="en-US" sz="1100" dirty="0">
                <a:latin typeface="Google Sans Text"/>
              </a:rPr>
              <a:t>, V., &amp; </a:t>
            </a:r>
            <a:r>
              <a:rPr lang="en-US" sz="1100" dirty="0" err="1">
                <a:latin typeface="Google Sans Text"/>
              </a:rPr>
              <a:t>Linnainmaa</a:t>
            </a:r>
            <a:r>
              <a:rPr lang="en-US" sz="1100" dirty="0">
                <a:latin typeface="Google Sans Text"/>
              </a:rPr>
              <a:t>, J. (2018). Factor momentum [Working paper]. SSRN. https://ssrn.com/abstract=3116974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Arnott, R. D., </a:t>
            </a:r>
            <a:r>
              <a:rPr lang="en-US" sz="1100" dirty="0" err="1">
                <a:latin typeface="Google Sans Text"/>
              </a:rPr>
              <a:t>Kalesnik</a:t>
            </a:r>
            <a:r>
              <a:rPr lang="en-US" sz="1100" dirty="0">
                <a:latin typeface="Google Sans Text"/>
              </a:rPr>
              <a:t>, V., &amp; </a:t>
            </a:r>
            <a:r>
              <a:rPr lang="en-US" sz="1100" dirty="0" err="1">
                <a:latin typeface="Google Sans Text"/>
              </a:rPr>
              <a:t>Linnainmaa</a:t>
            </a:r>
            <a:r>
              <a:rPr lang="en-US" sz="1100" dirty="0">
                <a:latin typeface="Google Sans Text"/>
              </a:rPr>
              <a:t>, J. T. (2023). Factor momentum. The Review of Financial Studies, 36(8), 3034–3070.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 err="1">
                <a:latin typeface="Google Sans Text"/>
              </a:rPr>
              <a:t>Asness</a:t>
            </a:r>
            <a:r>
              <a:rPr lang="en-US" sz="1100" dirty="0">
                <a:latin typeface="Google Sans Text"/>
              </a:rPr>
              <a:t>, C. S., Frazzini, A., &amp; Pedersen, L. H. (2019). Quality minus junk. Review of Accounting Studies, 24(1), 34–112.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 err="1">
                <a:latin typeface="Google Sans Text"/>
              </a:rPr>
              <a:t>Asness</a:t>
            </a:r>
            <a:r>
              <a:rPr lang="en-US" sz="1100" dirty="0">
                <a:latin typeface="Google Sans Text"/>
              </a:rPr>
              <a:t>, C. S., Moskowitz, T. J., &amp; Pedersen, L. H. (2013). Value and momentum everywhere. The Journal of Finance, 68(3), 929–985.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Barberis, N., Shleifer, A., &amp; </a:t>
            </a:r>
            <a:r>
              <a:rPr lang="en-US" sz="1100" dirty="0" err="1">
                <a:latin typeface="Google Sans Text"/>
              </a:rPr>
              <a:t>Vishny</a:t>
            </a:r>
            <a:r>
              <a:rPr lang="en-US" sz="1100" dirty="0">
                <a:latin typeface="Google Sans Text"/>
              </a:rPr>
              <a:t>, R. (1998). A model of investor sentiment. Journal of Financial Economics, 49(3), 307–343.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Daniel, K., </a:t>
            </a:r>
            <a:r>
              <a:rPr lang="en-US" sz="1100" dirty="0" err="1">
                <a:latin typeface="Google Sans Text"/>
              </a:rPr>
              <a:t>Hirshleifer</a:t>
            </a:r>
            <a:r>
              <a:rPr lang="en-US" sz="1100" dirty="0">
                <a:latin typeface="Google Sans Text"/>
              </a:rPr>
              <a:t>, D., &amp; Subrahmanyam, A. (1998). Investor psychology and security market under- and overreactions. The Journal of Finance, 53(6), 1839–1885.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Daniel, K., &amp; Moskowitz, T. J. (2016). Momentum crashes. Journal of Financial Economics, 122(2), 221–247.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Ehsani, S., &amp; </a:t>
            </a:r>
            <a:r>
              <a:rPr lang="en-US" sz="1100" dirty="0" err="1">
                <a:latin typeface="Google Sans Text"/>
              </a:rPr>
              <a:t>Linnainmaa</a:t>
            </a:r>
            <a:r>
              <a:rPr lang="en-US" sz="1100" dirty="0">
                <a:latin typeface="Google Sans Text"/>
              </a:rPr>
              <a:t>, J. T. (2022). Factor momentum and the momentum factor. The Journal of Finance, 77(3), 1877–1919.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Fama, E. F., &amp; French, K. R. (1992). The cross-section of expected stock returns. The Journal of Finance, 47(2), 427–465.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Fama, E. F., &amp; French, K. R. (2004). The capital asset pricing model: Theory and evidence. Journal of Economic Perspectives, 18(3), 25–46.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Fama, E. F., &amp; French, K. R. (2015). A five-factor asset pricing model. Journal of Financial Economics, 116(1), 1–22.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Feng, G., Giglio, S., &amp; Xiu, D. (2020). Taming the factor zoo: A test of new factors. The Journal of Finance, 75(3), 1327–1370.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Garfinkel, J. A., Hribar, P., &amp; Hsiao, L. (2025). Aggregate sales growth and stock market returns [Working paper]. SSRN.</a:t>
            </a:r>
          </a:p>
          <a:p>
            <a:pPr>
              <a:lnSpc>
                <a:spcPct val="150000"/>
              </a:lnSpc>
              <a:defRPr/>
            </a:pPr>
            <a:r>
              <a:rPr lang="en-GB" sz="1100" dirty="0">
                <a:latin typeface="Google Sans Text"/>
              </a:rPr>
              <a:t>Hou, K., Mo, H., Xue, C., &amp; Zhang, L. (2021). An augmented q-factor model with expected growth. Review of Finance, 25(1), 1–41. https://doi.org/10.1093/rof/rfaa004</a:t>
            </a:r>
            <a:endParaRPr lang="en-US" sz="1100" dirty="0">
              <a:latin typeface="Google Sans Text"/>
            </a:endParaRP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Jegadeesh, N., &amp; Titman, S. (1993). Returns to buying winners and selling losers: Implications for stock market efficiency. The Journal of Finance, 48(1), 65–91.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 err="1">
                <a:latin typeface="Google Sans Text"/>
              </a:rPr>
              <a:t>Lakonishok</a:t>
            </a:r>
            <a:r>
              <a:rPr lang="en-US" sz="1100" dirty="0">
                <a:latin typeface="Google Sans Text"/>
              </a:rPr>
              <a:t>, J., Shleifer, A., &amp; </a:t>
            </a:r>
            <a:r>
              <a:rPr lang="en-US" sz="1100" dirty="0" err="1">
                <a:latin typeface="Google Sans Text"/>
              </a:rPr>
              <a:t>Vishny</a:t>
            </a:r>
            <a:r>
              <a:rPr lang="en-US" sz="1100" dirty="0">
                <a:latin typeface="Google Sans Text"/>
              </a:rPr>
              <a:t>, R. W. (1994). Contrarian investment, extrapolation, and risk. The Journal of Finance, 49(5), 1541–1578.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Li, R., Liu, R., Zhang, Z., &amp; Zhao, X. (2023). Junk stocks vs quality stocks, a perspective from mood seasonality. Applied Economics Letters, 30(3), 349–354.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Ma, Y., Yang, B., &amp; Ye, T. (2024). Quality acceleration and cross-sectional returns: Empirical evidence. Research in International Business and Finance, 69, 102269. https://doi.org/10.1016/j.ribaf.2024.102269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Madura, J., &amp; </a:t>
            </a:r>
            <a:r>
              <a:rPr lang="en-US" sz="1100" dirty="0" err="1">
                <a:latin typeface="Google Sans Text"/>
              </a:rPr>
              <a:t>Richic</a:t>
            </a:r>
            <a:r>
              <a:rPr lang="en-US" sz="1100" dirty="0">
                <a:latin typeface="Google Sans Text"/>
              </a:rPr>
              <a:t>, N. (2004). Overreaction of exchange-traded funds during the bubble of 1998-2002. Journal of Behavioral Finance, 5(2), 91–104.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>
                <a:latin typeface="Google Sans Text"/>
              </a:rPr>
              <a:t>Moskowitz, T. J., Ooi, Y. H., &amp; Pedersen, L. H. (2012). Time series momentum. Journal of Financial Economics, 104(2), 228–250.</a:t>
            </a:r>
          </a:p>
          <a:p>
            <a:pPr>
              <a:lnSpc>
                <a:spcPct val="150000"/>
              </a:lnSpc>
              <a:defRPr/>
            </a:pPr>
            <a:r>
              <a:rPr lang="en-US" sz="1100" dirty="0" err="1">
                <a:latin typeface="Google Sans Text"/>
              </a:rPr>
              <a:t>Neuhierl</a:t>
            </a:r>
            <a:r>
              <a:rPr lang="en-US" sz="1100" dirty="0">
                <a:latin typeface="Google Sans Text"/>
              </a:rPr>
              <a:t>, A., Randl, O., </a:t>
            </a:r>
            <a:r>
              <a:rPr lang="en-US" sz="1100" dirty="0" err="1">
                <a:latin typeface="Google Sans Text"/>
              </a:rPr>
              <a:t>Reschenhofer</a:t>
            </a:r>
            <a:r>
              <a:rPr lang="en-US" sz="1100" dirty="0">
                <a:latin typeface="Google Sans Text"/>
              </a:rPr>
              <a:t>, C., &amp; </a:t>
            </a:r>
            <a:r>
              <a:rPr lang="en-US" sz="1100" dirty="0" err="1">
                <a:latin typeface="Google Sans Text"/>
              </a:rPr>
              <a:t>Zechner</a:t>
            </a:r>
            <a:r>
              <a:rPr lang="en-US" sz="1100" dirty="0">
                <a:latin typeface="Google Sans Text"/>
              </a:rPr>
              <a:t>, J. (2023). Timing the factor zoo (SSRN Working Paper Series No. 4376898). SSRN.</a:t>
            </a:r>
            <a:endParaRPr lang="en-GB" sz="1100" dirty="0">
              <a:latin typeface="Google Sans Text"/>
            </a:endParaRPr>
          </a:p>
          <a:p>
            <a:pPr>
              <a:defRPr/>
            </a:pPr>
            <a:endParaRPr kumimoji="0" lang="de-DE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ogle Sans Text"/>
            </a:endParaRPr>
          </a:p>
          <a:p>
            <a:pPr>
              <a:defRPr/>
            </a:pP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443544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07B9DC-F4E3-15A5-3CDD-52A444D909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Glossary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AC6161-4DFD-8163-3A5F-BD761C800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265935"/>
              </p:ext>
            </p:extLst>
          </p:nvPr>
        </p:nvGraphicFramePr>
        <p:xfrm>
          <a:off x="356196" y="1018540"/>
          <a:ext cx="1106618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970">
                  <a:extLst>
                    <a:ext uri="{9D8B030D-6E8A-4147-A177-3AD203B41FA5}">
                      <a16:colId xmlns:a16="http://schemas.microsoft.com/office/drawing/2014/main" val="2279365924"/>
                    </a:ext>
                  </a:extLst>
                </a:gridCol>
                <a:gridCol w="3676899">
                  <a:extLst>
                    <a:ext uri="{9D8B030D-6E8A-4147-A177-3AD203B41FA5}">
                      <a16:colId xmlns:a16="http://schemas.microsoft.com/office/drawing/2014/main" val="1094282934"/>
                    </a:ext>
                  </a:extLst>
                </a:gridCol>
                <a:gridCol w="5321315">
                  <a:extLst>
                    <a:ext uri="{9D8B030D-6E8A-4147-A177-3AD203B41FA5}">
                      <a16:colId xmlns:a16="http://schemas.microsoft.com/office/drawing/2014/main" val="2714749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Term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Full Form / Meaning</a:t>
                      </a:r>
                      <a:endParaRPr lang="en-GB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Context</a:t>
                      </a:r>
                      <a:endParaRPr lang="en-GB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77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QMJ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Quality Minus Junk (Profitability)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Factor measuring profitability anomaly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40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MOM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Momentum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Factor measuring past winners vs. losers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301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SALE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Sales Growth (3 Years)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Factor based on past sales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806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CAPM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Capital Asset Pricing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Asset pricing model (Sharpe, 1964)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058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FF3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Fama-French 3-Factor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Model with market, size, value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239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FF5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Fama-French 5-Factor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FF3 + profitability + investment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42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FF5+Momentum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Fama-French 5-Factor Model plus Momentum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FF5 model augmented with MOM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67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Q5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Augmented q-Factor Model (Hou et al., 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Q factor model augmented with EG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259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GFC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Global Financial Crisis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2008–2009 market crisis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92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HML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High Minus Low (Value factor in FF models)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Value factor: high vs. low book-to-market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91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AIC/BIC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Akaike/Bayesian Information 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Model selection criteria in regressions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62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b="1" dirty="0"/>
                        <a:t>t-12 to t-1</a:t>
                      </a:r>
                      <a:endParaRPr lang="en-GB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Time period: 12 months ago to 1 month ago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Used in Momentum calculation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061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583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203CFAA4C85A47A22AE040F119722F" ma:contentTypeVersion="10" ma:contentTypeDescription="Ein neues Dokument erstellen." ma:contentTypeScope="" ma:versionID="937b4e8fa49631c1996fb53b58abb120">
  <xsd:schema xmlns:xsd="http://www.w3.org/2001/XMLSchema" xmlns:xs="http://www.w3.org/2001/XMLSchema" xmlns:p="http://schemas.microsoft.com/office/2006/metadata/properties" xmlns:ns2="08278073-6bfb-4bd2-ae8c-15631b3f86e9" xmlns:ns3="4ebf6128-2ee5-42db-a6a3-9a8f24bcb0b8" targetNamespace="http://schemas.microsoft.com/office/2006/metadata/properties" ma:root="true" ma:fieldsID="032919ff41935cebc80f0697d8f2e83e" ns2:_="" ns3:_="">
    <xsd:import namespace="08278073-6bfb-4bd2-ae8c-15631b3f86e9"/>
    <xsd:import namespace="4ebf6128-2ee5-42db-a6a3-9a8f24bcb0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278073-6bfb-4bd2-ae8c-15631b3f86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1a14e36f-e084-4b04-bba6-548b1473dc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bf6128-2ee5-42db-a6a3-9a8f24bcb0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ec3f97-cee4-410c-a002-112625ee8a9a}" ma:internalName="TaxCatchAll" ma:showField="CatchAllData" ma:web="4ebf6128-2ee5-42db-a6a3-9a8f24bcb0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bf6128-2ee5-42db-a6a3-9a8f24bcb0b8" xsi:nil="true"/>
    <lcf76f155ced4ddcb4097134ff3c332f xmlns="08278073-6bfb-4bd2-ae8c-15631b3f86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7476BE-7FA4-467F-BB7A-D4ACBA1C832A}">
  <ds:schemaRefs>
    <ds:schemaRef ds:uri="08278073-6bfb-4bd2-ae8c-15631b3f86e9"/>
    <ds:schemaRef ds:uri="4ebf6128-2ee5-42db-a6a3-9a8f24bcb0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82C16AB-7DFB-44A9-A607-7CDD9BADD8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25FAD2-FCA8-43C9-9525-8FDB3DE28387}">
  <ds:schemaRefs>
    <ds:schemaRef ds:uri="08278073-6bfb-4bd2-ae8c-15631b3f86e9"/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4ebf6128-2ee5-42db-a6a3-9a8f24bcb0b8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3111</Words>
  <Application>Microsoft Office PowerPoint</Application>
  <PresentationFormat>Widescreen</PresentationFormat>
  <Paragraphs>447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Century Gothic</vt:lpstr>
      <vt:lpstr>Google Sans Text</vt:lpstr>
      <vt:lpstr>Office Theme</vt:lpstr>
      <vt:lpstr>Office-téma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Kindermann, Filip</dc:creator>
  <cp:lastModifiedBy>Kindermann, Filip</cp:lastModifiedBy>
  <cp:revision>1</cp:revision>
  <dcterms:created xsi:type="dcterms:W3CDTF">2025-05-20T10:26:35Z</dcterms:created>
  <dcterms:modified xsi:type="dcterms:W3CDTF">2025-05-30T13:11:14Z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0x010100A9203CFAA4C85A47A22AE040F119722F</vt:lpwstr>
  </property>
  <property fmtid="{D5CDD505-2E9C-101B-9397-08002B2CF9AE}" pid="3" name="MediaServiceImageTags">
    <vt:lpwstr/>
  </property>
</Properties>
</file>